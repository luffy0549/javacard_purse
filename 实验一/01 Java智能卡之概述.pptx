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2"/>
  </p:sldMasterIdLst>
  <p:notesMasterIdLst>
    <p:notesMasterId r:id="rId38"/>
  </p:notesMasterIdLst>
  <p:handoutMasterIdLst>
    <p:handoutMasterId r:id="rId39"/>
  </p:handoutMasterIdLst>
  <p:sldIdLst>
    <p:sldId id="695" r:id="rId3"/>
    <p:sldId id="694" r:id="rId4"/>
    <p:sldId id="702" r:id="rId5"/>
    <p:sldId id="709" r:id="rId6"/>
    <p:sldId id="701" r:id="rId7"/>
    <p:sldId id="721" r:id="rId8"/>
    <p:sldId id="722" r:id="rId9"/>
    <p:sldId id="703" r:id="rId10"/>
    <p:sldId id="728" r:id="rId11"/>
    <p:sldId id="729" r:id="rId12"/>
    <p:sldId id="754" r:id="rId13"/>
    <p:sldId id="730" r:id="rId14"/>
    <p:sldId id="753" r:id="rId15"/>
    <p:sldId id="756" r:id="rId16"/>
    <p:sldId id="708" r:id="rId17"/>
    <p:sldId id="706" r:id="rId18"/>
    <p:sldId id="731" r:id="rId19"/>
    <p:sldId id="707" r:id="rId20"/>
    <p:sldId id="757" r:id="rId21"/>
    <p:sldId id="710" r:id="rId22"/>
    <p:sldId id="711" r:id="rId23"/>
    <p:sldId id="732" r:id="rId24"/>
    <p:sldId id="758" r:id="rId25"/>
    <p:sldId id="712" r:id="rId26"/>
    <p:sldId id="713" r:id="rId27"/>
    <p:sldId id="717" r:id="rId28"/>
    <p:sldId id="727" r:id="rId29"/>
    <p:sldId id="759" r:id="rId30"/>
    <p:sldId id="714" r:id="rId31"/>
    <p:sldId id="715" r:id="rId32"/>
    <p:sldId id="716" r:id="rId33"/>
    <p:sldId id="719" r:id="rId34"/>
    <p:sldId id="682" r:id="rId35"/>
    <p:sldId id="720" r:id="rId36"/>
    <p:sldId id="668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bg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默认节" id="{6E831EF1-D89C-46CC-AAE6-304415D5BB7C}">
          <p14:sldIdLst>
            <p14:sldId id="695"/>
            <p14:sldId id="694"/>
            <p14:sldId id="702"/>
            <p14:sldId id="709"/>
            <p14:sldId id="701"/>
            <p14:sldId id="721"/>
            <p14:sldId id="722"/>
            <p14:sldId id="703"/>
            <p14:sldId id="728"/>
            <p14:sldId id="729"/>
            <p14:sldId id="754"/>
            <p14:sldId id="730"/>
            <p14:sldId id="753"/>
            <p14:sldId id="756"/>
            <p14:sldId id="708"/>
            <p14:sldId id="706"/>
            <p14:sldId id="731"/>
            <p14:sldId id="707"/>
            <p14:sldId id="757"/>
            <p14:sldId id="710"/>
            <p14:sldId id="711"/>
            <p14:sldId id="732"/>
            <p14:sldId id="758"/>
            <p14:sldId id="712"/>
            <p14:sldId id="713"/>
            <p14:sldId id="717"/>
            <p14:sldId id="727"/>
            <p14:sldId id="759"/>
            <p14:sldId id="714"/>
            <p14:sldId id="715"/>
            <p14:sldId id="716"/>
            <p14:sldId id="719"/>
            <p14:sldId id="682"/>
            <p14:sldId id="720"/>
            <p14:sldId id="6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E0000"/>
    <a:srgbClr val="3333FF"/>
    <a:srgbClr val="3399FF"/>
    <a:srgbClr val="CCECFF"/>
    <a:srgbClr val="F878BB"/>
    <a:srgbClr val="E0932C"/>
    <a:srgbClr val="F268EB"/>
    <a:srgbClr val="E56D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030" autoAdjust="0"/>
    <p:restoredTop sz="59854" autoAdjust="0"/>
  </p:normalViewPr>
  <p:slideViewPr>
    <p:cSldViewPr>
      <p:cViewPr>
        <p:scale>
          <a:sx n="40" d="100"/>
          <a:sy n="40" d="100"/>
        </p:scale>
        <p:origin x="-2104" y="-48"/>
      </p:cViewPr>
      <p:guideLst>
        <p:guide orient="horz" pos="73"/>
        <p:guide pos="29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910" y="-84"/>
      </p:cViewPr>
      <p:guideLst>
        <p:guide orient="horz" pos="2930"/>
        <p:guide pos="220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B35A5DA-2D7C-42B2-B104-1067744C85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E698CAE-EE2B-46BF-AE5F-F5ADF090DB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备注占位符 1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4" name="幻灯片图像占位符 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规范只需大致介绍，主要用到第</a:t>
            </a:r>
            <a:r>
              <a:rPr lang="en-US" altLang="zh-CN" dirty="0" smtClean="0"/>
              <a:t>1,2</a:t>
            </a:r>
            <a:r>
              <a:rPr lang="zh-CN" altLang="en-US" dirty="0" smtClean="0"/>
              <a:t>部分，有兴趣的同学找助教要即可。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698CAE-EE2B-46BF-AE5F-F5ADF090DB2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电子钱包/电子存折应用为同一类应用，两者在卡片和终端的处理流程上基本相同，主要区别有：</a:t>
            </a:r>
          </a:p>
          <a:p>
            <a:r>
              <a:rPr lang="zh-CN" altLang="en-US"/>
              <a:t>电子钱包应用支持消费、圈存等交易，消费无须提交个人识别码，卡片中的消费明细记录功能为可选；</a:t>
            </a:r>
          </a:p>
          <a:p>
            <a:r>
              <a:rPr lang="zh-CN" altLang="en-US"/>
              <a:t>电子存折应用支持消费、取现、圈存、圈提、修改透支限额等功能，消费必须提交个人识别码，卡片中</a:t>
            </a:r>
          </a:p>
          <a:p>
            <a:r>
              <a:rPr lang="zh-CN" altLang="en-US"/>
              <a:t>的消费明细功能为必选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698CAE-EE2B-46BF-AE5F-F5ADF090DB2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698CAE-EE2B-46BF-AE5F-F5ADF090DB2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 userDrawn="1"/>
        </p:nvSpPr>
        <p:spPr bwMode="auto">
          <a:xfrm>
            <a:off x="0" y="6740525"/>
            <a:ext cx="9144000" cy="11747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r">
              <a:defRPr/>
            </a:pPr>
            <a:endParaRPr lang="zh-CN" altLang="zh-CN" sz="1600" b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Picture 14" descr="gdut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00675" y="260350"/>
            <a:ext cx="971550" cy="95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5" descr="18x6户外-新"/>
          <p:cNvPicPr>
            <a:picLocks noChangeAspect="1" noChangeArrowheads="1"/>
          </p:cNvPicPr>
          <p:nvPr userDrawn="1"/>
        </p:nvPicPr>
        <p:blipFill>
          <a:blip r:embed="rId3" cstate="print"/>
          <a:srcRect l="67012" b="87825"/>
          <a:stretch>
            <a:fillRect/>
          </a:stretch>
        </p:blipFill>
        <p:spPr bwMode="auto">
          <a:xfrm>
            <a:off x="358775" y="1233488"/>
            <a:ext cx="8318500" cy="8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6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5113" y="333375"/>
            <a:ext cx="998537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7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00338" y="277813"/>
            <a:ext cx="963612" cy="955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8AB30DF8-81F7-4080-A390-5DB09EF199DF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53FE44C1-8B84-4C4B-99A4-8D1A24E10902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8B1577-3DEF-4017-9161-B8BC4E1CDC1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02B363FE-821A-462C-B2D8-F2188A603E16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400122BD-ACB6-4040-B68F-943EBC4E07E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7CE1780D-B665-43E7-8B6C-520F3AC20835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DED63560-FEB2-4EFB-B7D6-0F274E4ED5B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3E7D11D2-8997-4BC3-A257-CE4E58AA6F93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9C327A50-5592-4B4B-BEE5-497B920E5192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-</a:t>
            </a:r>
            <a:fld id="{6410E39F-0733-4626-BA8D-BD4D3E565B1E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442325" y="6403975"/>
            <a:ext cx="701675" cy="457200"/>
          </a:xfrm>
        </p:spPr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0EBF7E-A8C9-459F-8D2C-B0F53A4573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A56D1-363B-473F-9ABD-CFE4823C8D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圆角矩形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01013" y="616585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BEAF7-B96A-4FAC-8273-C25879A174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50AF8-B4D5-421A-A596-D00A1ADAFD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831F4-5047-48EC-9323-FDFC5AAC7C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4AA93-8072-4AF9-A244-F8C9C2B5A1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F3AD2-8503-4CC6-8DA1-7F7BC610F4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圆角矩形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AF958-575B-464F-87F9-99E22E4B36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490FB-4128-4615-AB2F-96392C0808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B2144-4A70-436F-938E-8C7F21BFD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12A23-E3E1-4596-BA30-350B99A8AC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9788" y="6481763"/>
            <a:ext cx="684212" cy="3317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600" b="0">
                <a:solidFill>
                  <a:schemeClr val="tx1"/>
                </a:solidFill>
                <a:effectLst/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5D72E950-4C2E-41B0-A6DF-ACE83D3AE20D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  <p:sp>
        <p:nvSpPr>
          <p:cNvPr id="114695" name="Rectangle 7"/>
          <p:cNvSpPr>
            <a:spLocks noChangeArrowheads="1"/>
          </p:cNvSpPr>
          <p:nvPr/>
        </p:nvSpPr>
        <p:spPr bwMode="auto">
          <a:xfrm>
            <a:off x="1763713" y="404813"/>
            <a:ext cx="7380287" cy="71437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</a:ln>
          <a:effectLst/>
        </p:spPr>
        <p:txBody>
          <a:bodyPr wrap="none" anchor="b"/>
          <a:lstStyle/>
          <a:p>
            <a:pPr algn="r">
              <a:defRPr/>
            </a:pP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2009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年度</a:t>
            </a:r>
            <a:r>
              <a:rPr lang="en-US" altLang="zh-CN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NSFC-</a:t>
            </a:r>
            <a:r>
              <a:rPr lang="zh-CN" altLang="en-US" b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  <a:cs typeface="经典繁粗仿" pitchFamily="49" charset="-122"/>
              </a:rPr>
              <a:t>广东联合基金重点项目</a:t>
            </a:r>
          </a:p>
        </p:txBody>
      </p:sp>
      <p:pic>
        <p:nvPicPr>
          <p:cNvPr id="1028" name="Picture 15" descr="gdut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260475" y="7938"/>
            <a:ext cx="611188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2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50875" y="28575"/>
            <a:ext cx="6492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2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2388" y="31750"/>
            <a:ext cx="595312" cy="588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标题占位符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9144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2053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9D73057C-6982-4A51-BD18-32EB102C994D}" type="datetimeFigureOut">
              <a:rPr lang="en-US"/>
              <a:pPr>
                <a:defRPr/>
              </a:pPr>
              <a:t>3/7/2017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493CEBFE-ABF7-4B27-939B-08E9B3E2F7C1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10" Type="http://schemas.openxmlformats.org/officeDocument/2006/relationships/image" Target="../media/image17.jpeg"/><Relationship Id="rId4" Type="http://schemas.openxmlformats.org/officeDocument/2006/relationships/image" Target="../media/image11.wmf"/><Relationship Id="rId9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4"/>
          <p:cNvSpPr>
            <a:spLocks noGrp="1"/>
          </p:cNvSpPr>
          <p:nvPr>
            <p:ph type="ctrTitle"/>
          </p:nvPr>
        </p:nvSpPr>
        <p:spPr>
          <a:xfrm>
            <a:off x="518864" y="1526927"/>
            <a:ext cx="8229600" cy="1470025"/>
          </a:xfrm>
        </p:spPr>
        <p:txBody>
          <a:bodyPr/>
          <a:lstStyle/>
          <a:p>
            <a:pPr eaLnBrk="1" hangingPunct="1"/>
            <a:r>
              <a:rPr lang="en-US" altLang="zh-CN" sz="6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sz="6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智能卡之概述</a:t>
            </a:r>
          </a:p>
        </p:txBody>
      </p:sp>
      <p:sp>
        <p:nvSpPr>
          <p:cNvPr id="25603" name="矩形 7"/>
          <p:cNvSpPr>
            <a:spLocks noChangeArrowheads="1"/>
          </p:cNvSpPr>
          <p:nvPr/>
        </p:nvSpPr>
        <p:spPr bwMode="auto">
          <a:xfrm>
            <a:off x="3203849" y="4905164"/>
            <a:ext cx="5796644" cy="1246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zh-CN" altLang="en-US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董涛涛 商家煜 王鲸寓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0" hangingPunct="0">
              <a:lnSpc>
                <a:spcPct val="125000"/>
              </a:lnSpc>
              <a:spcBef>
                <a:spcPts val="575"/>
              </a:spcBef>
              <a:buClr>
                <a:schemeClr val="accent1"/>
              </a:buClr>
              <a:buSzPct val="85000"/>
            </a:pP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2017.3.13 &amp; 3</a:t>
            </a:r>
            <a:r>
              <a:rPr lang="en-US" altLang="zh-CN" sz="28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.17</a:t>
            </a:r>
            <a:endParaRPr lang="zh-CN" altLang="en-US" sz="2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z="3600" smtClean="0">
                <a:latin typeface="楷体" panose="02010609060101010101" pitchFamily="49" charset="-122"/>
                <a:ea typeface="楷体" panose="02010609060101010101" pitchFamily="49" charset="-122"/>
              </a:rPr>
              <a:pPr>
                <a:defRPr/>
              </a:pPr>
              <a:t>1</a:t>
            </a:fld>
            <a:endParaRPr lang="en-US" altLang="zh-CN" sz="3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472" y="1520425"/>
            <a:ext cx="8991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</a:t>
            </a:r>
            <a:r>
              <a:rPr lang="en-US" altLang="zh-CN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射频识别（</a:t>
            </a:r>
            <a:r>
              <a:rPr lang="en-US" altLang="zh-CN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RFID</a:t>
            </a:r>
            <a:r>
              <a:rPr lang="zh-CN" altLang="en-US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）原理与应用实验课</a:t>
            </a:r>
            <a:endParaRPr lang="zh-CN" altLang="en-US" sz="3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11660" y="2528900"/>
            <a:ext cx="4818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授课老师</a:t>
            </a:r>
            <a:r>
              <a:rPr lang="en-US" altLang="zh-CN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胡建国老师</a:t>
            </a:r>
            <a:endParaRPr lang="zh-CN" altLang="en-US" sz="3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7697" y="3498005"/>
            <a:ext cx="7092315" cy="1188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</a:t>
            </a:r>
            <a:r>
              <a:rPr lang="en-US" altLang="zh-CN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周一 </a:t>
            </a:r>
            <a:r>
              <a:rPr lang="en-US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12-15</a:t>
            </a:r>
            <a:endParaRPr lang="en-US" sz="3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             </a:t>
            </a:r>
            <a:r>
              <a:rPr lang="zh-CN" altLang="en-US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周五 </a:t>
            </a:r>
            <a:r>
              <a:rPr lang="en-US" altLang="zh-CN" sz="36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7-10</a:t>
            </a:r>
            <a:r>
              <a:rPr lang="zh-CN" alt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12-15</a:t>
            </a:r>
            <a:r>
              <a:rPr lang="en-US" altLang="zh-CN" sz="3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3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90190" y="260350"/>
            <a:ext cx="3625215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课程任务安排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886448" y="1518608"/>
            <a:ext cx="7433337" cy="457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本学期总共两个项目。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项目一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：基于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智能卡的应用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开发（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第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周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~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第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9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周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）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sym typeface="+mn-ea"/>
            </a:endParaRPr>
          </a:p>
          <a:p>
            <a:pPr marL="274320" lvl="2" indent="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Wingdings" pitchFamily="2" charset="2"/>
              <a:buChar char="Ø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实现一个可以安装在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卡片上的应用，该应用是实现电子钱包的功能。</a:t>
            </a: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579370" y="260350"/>
            <a:ext cx="378333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课程具体安排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857224" y="1571612"/>
            <a:ext cx="7433337" cy="4572000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项目二：基于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智能卡的虚拟机解释器（第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10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周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~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第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16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周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）</a:t>
            </a:r>
            <a:endParaRPr lang="zh-CN" altLang="en-US" sz="2400" dirty="0" smtClean="0">
              <a:latin typeface="Times New Roman" panose="02020603050405020304" pitchFamily="18" charset="0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实现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一个模拟的解释器，可以翻译字节码指令。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课程考核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3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自由组队</a:t>
            </a:r>
            <a:r>
              <a:rPr lang="en-US" altLang="zh-CN" sz="3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zh-CN" altLang="en-US" sz="3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最多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4</a:t>
            </a:r>
            <a:r>
              <a:rPr lang="zh-CN" altLang="en-US" sz="3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人</a:t>
            </a:r>
            <a:r>
              <a:rPr lang="en-US" altLang="zh-CN" sz="3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3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两次验收，两次报告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4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600" b="1" dirty="0" smtClean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Java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智能卡介绍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金融应用规范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PBOC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环境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智能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卡通信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Java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金融应用规范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PBOC</a:t>
            </a:r>
            <a:endParaRPr lang="en-US" altLang="zh-CN" sz="3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环境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智能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卡通信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智能卡是</a:t>
            </a:r>
            <a:r>
              <a:rPr lang="en-US" altLang="zh-CN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CPU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卡的一种，是将</a:t>
            </a:r>
            <a:r>
              <a:rPr lang="zh-CN" alt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智能卡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技术与</a:t>
            </a:r>
            <a:r>
              <a:rPr lang="en-US" altLang="zh-CN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sz="2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语言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编程开发相结合，实现一卡多应用。</a:t>
            </a:r>
            <a:endParaRPr lang="en-US" altLang="zh-CN" sz="26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71604" y="2357430"/>
            <a:ext cx="6143668" cy="4250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69664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卡与传统智能卡的对比</a:t>
            </a:r>
            <a:endParaRPr lang="en-US" altLang="zh-CN" sz="26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3588" y="1844824"/>
            <a:ext cx="66967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传统智能卡特点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特定的开发环境，使用汇编或</a:t>
            </a: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不同的厂商接口定义不同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移植到不同芯片十分</a:t>
            </a:r>
            <a:r>
              <a:rPr lang="zh-CN" altLang="en-US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复杂</a:t>
            </a:r>
            <a:endParaRPr lang="en-US" altLang="zh-CN" sz="2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智能卡的特点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平台无关性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支持一卡多用和重用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灵活性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安全性</a:t>
            </a:r>
            <a:endParaRPr lang="en-US" altLang="zh-CN" sz="2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62463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卡应用领域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6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" name="AutoShape 4"/>
          <p:cNvSpPr>
            <a:spLocks noChangeAspect="1" noChangeArrowheads="1" noTextEdit="1"/>
          </p:cNvSpPr>
          <p:nvPr/>
        </p:nvSpPr>
        <p:spPr bwMode="auto">
          <a:xfrm>
            <a:off x="467817" y="1808002"/>
            <a:ext cx="7596187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4"/>
          <p:cNvGrpSpPr/>
          <p:nvPr/>
        </p:nvGrpSpPr>
        <p:grpSpPr bwMode="auto">
          <a:xfrm>
            <a:off x="4574679" y="1881027"/>
            <a:ext cx="2243138" cy="1773237"/>
            <a:chOff x="0" y="0"/>
            <a:chExt cx="3533" cy="2792"/>
          </a:xfrm>
        </p:grpSpPr>
        <p:sp>
          <p:nvSpPr>
            <p:cNvPr id="10" name="_s18447"/>
            <p:cNvSpPr>
              <a:spLocks noChangeShapeType="1"/>
            </p:cNvSpPr>
            <p:nvPr/>
          </p:nvSpPr>
          <p:spPr bwMode="auto">
            <a:xfrm flipV="1">
              <a:off x="0" y="2410"/>
              <a:ext cx="485" cy="3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" name="_s18448"/>
            <p:cNvSpPr>
              <a:spLocks noChangeArrowheads="1"/>
            </p:cNvSpPr>
            <p:nvPr/>
          </p:nvSpPr>
          <p:spPr bwMode="auto">
            <a:xfrm>
              <a:off x="350" y="1415"/>
              <a:ext cx="1243" cy="122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rgbClr val="13273C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0" tIns="0" rIns="0" bIns="0" anchor="ctr"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300">
                  <a:latin typeface="Calibri" panose="020F0502020204030204" pitchFamily="34" charset="0"/>
                </a:rPr>
                <a:t>医疗卫生</a:t>
              </a:r>
            </a:p>
          </p:txBody>
        </p:sp>
        <p:pic>
          <p:nvPicPr>
            <p:cNvPr id="12" name="Picture 20" descr="Bloodpsr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5" y="0"/>
              <a:ext cx="1498" cy="2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oup 8"/>
          <p:cNvGrpSpPr/>
          <p:nvPr/>
        </p:nvGrpSpPr>
        <p:grpSpPr bwMode="auto">
          <a:xfrm>
            <a:off x="1618754" y="1952464"/>
            <a:ext cx="2339975" cy="1701800"/>
            <a:chOff x="0" y="0"/>
            <a:chExt cx="3684" cy="2680"/>
          </a:xfrm>
        </p:grpSpPr>
        <p:sp>
          <p:nvSpPr>
            <p:cNvPr id="14" name="_s18437"/>
            <p:cNvSpPr>
              <a:spLocks noChangeShapeType="1"/>
            </p:cNvSpPr>
            <p:nvPr/>
          </p:nvSpPr>
          <p:spPr bwMode="auto">
            <a:xfrm flipH="1" flipV="1">
              <a:off x="3198" y="2298"/>
              <a:ext cx="487" cy="3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" name="_s18438"/>
            <p:cNvSpPr>
              <a:spLocks noChangeArrowheads="1"/>
            </p:cNvSpPr>
            <p:nvPr/>
          </p:nvSpPr>
          <p:spPr bwMode="auto">
            <a:xfrm>
              <a:off x="2095" y="1305"/>
              <a:ext cx="1240" cy="122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2A4059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0" tIns="0" rIns="0" bIns="0" anchor="ctr"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300">
                  <a:latin typeface="Calibri" panose="020F0502020204030204" pitchFamily="34" charset="0"/>
                </a:rPr>
                <a:t>校园</a:t>
              </a:r>
            </a:p>
            <a:p>
              <a:pPr algn="ctr" eaLnBrk="1" hangingPunct="1"/>
              <a:r>
                <a:rPr lang="zh-CN" altLang="en-US" sz="1300">
                  <a:latin typeface="Calibri" panose="020F0502020204030204" pitchFamily="34" charset="0"/>
                </a:rPr>
                <a:t>一卡通</a:t>
              </a:r>
            </a:p>
          </p:txBody>
        </p:sp>
        <p:grpSp>
          <p:nvGrpSpPr>
            <p:cNvPr id="16" name="Group 11"/>
            <p:cNvGrpSpPr/>
            <p:nvPr/>
          </p:nvGrpSpPr>
          <p:grpSpPr bwMode="auto">
            <a:xfrm>
              <a:off x="0" y="0"/>
              <a:ext cx="1705" cy="1913"/>
              <a:chOff x="0" y="0"/>
              <a:chExt cx="1820" cy="1584"/>
            </a:xfrm>
          </p:grpSpPr>
          <p:grpSp>
            <p:nvGrpSpPr>
              <p:cNvPr id="17" name="Group 12"/>
              <p:cNvGrpSpPr/>
              <p:nvPr/>
            </p:nvGrpSpPr>
            <p:grpSpPr bwMode="auto">
              <a:xfrm>
                <a:off x="0" y="0"/>
                <a:ext cx="1820" cy="1440"/>
                <a:chOff x="0" y="0"/>
                <a:chExt cx="1431" cy="1299"/>
              </a:xfrm>
            </p:grpSpPr>
            <p:sp>
              <p:nvSpPr>
                <p:cNvPr id="19" name="Freeform 23"/>
                <p:cNvSpPr/>
                <p:nvPr/>
              </p:nvSpPr>
              <p:spPr bwMode="auto">
                <a:xfrm>
                  <a:off x="164" y="430"/>
                  <a:ext cx="865" cy="798"/>
                </a:xfrm>
                <a:custGeom>
                  <a:avLst/>
                  <a:gdLst>
                    <a:gd name="T0" fmla="*/ 1 w 1729"/>
                    <a:gd name="T1" fmla="*/ 0 h 1596"/>
                    <a:gd name="T2" fmla="*/ 1 w 1729"/>
                    <a:gd name="T3" fmla="*/ 1 h 1596"/>
                    <a:gd name="T4" fmla="*/ 1 w 1729"/>
                    <a:gd name="T5" fmla="*/ 1 h 1596"/>
                    <a:gd name="T6" fmla="*/ 1 w 1729"/>
                    <a:gd name="T7" fmla="*/ 1 h 1596"/>
                    <a:gd name="T8" fmla="*/ 1 w 1729"/>
                    <a:gd name="T9" fmla="*/ 1 h 1596"/>
                    <a:gd name="T10" fmla="*/ 0 w 1729"/>
                    <a:gd name="T11" fmla="*/ 1 h 1596"/>
                    <a:gd name="T12" fmla="*/ 0 w 1729"/>
                    <a:gd name="T13" fmla="*/ 1 h 1596"/>
                    <a:gd name="T14" fmla="*/ 1 w 1729"/>
                    <a:gd name="T15" fmla="*/ 0 h 159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29"/>
                    <a:gd name="T25" fmla="*/ 0 h 1596"/>
                    <a:gd name="T26" fmla="*/ 1729 w 1729"/>
                    <a:gd name="T27" fmla="*/ 1596 h 159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29" h="1596">
                      <a:moveTo>
                        <a:pt x="863" y="0"/>
                      </a:moveTo>
                      <a:lnTo>
                        <a:pt x="1729" y="565"/>
                      </a:lnTo>
                      <a:lnTo>
                        <a:pt x="1729" y="1596"/>
                      </a:lnTo>
                      <a:lnTo>
                        <a:pt x="1160" y="1596"/>
                      </a:lnTo>
                      <a:lnTo>
                        <a:pt x="574" y="1596"/>
                      </a:lnTo>
                      <a:lnTo>
                        <a:pt x="0" y="1596"/>
                      </a:lnTo>
                      <a:lnTo>
                        <a:pt x="0" y="565"/>
                      </a:lnTo>
                      <a:lnTo>
                        <a:pt x="863" y="0"/>
                      </a:lnTo>
                      <a:close/>
                    </a:path>
                  </a:pathLst>
                </a:custGeom>
                <a:solidFill>
                  <a:srgbClr val="CC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" name="Rectangle 24"/>
                <p:cNvSpPr>
                  <a:spLocks noChangeArrowheads="1"/>
                </p:cNvSpPr>
                <p:nvPr/>
              </p:nvSpPr>
              <p:spPr bwMode="auto">
                <a:xfrm>
                  <a:off x="502" y="854"/>
                  <a:ext cx="196" cy="37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1" name="Freeform 25"/>
                <p:cNvSpPr/>
                <p:nvPr/>
              </p:nvSpPr>
              <p:spPr bwMode="auto">
                <a:xfrm>
                  <a:off x="483" y="150"/>
                  <a:ext cx="233" cy="318"/>
                </a:xfrm>
                <a:custGeom>
                  <a:avLst/>
                  <a:gdLst>
                    <a:gd name="T0" fmla="*/ 1 w 466"/>
                    <a:gd name="T1" fmla="*/ 0 h 637"/>
                    <a:gd name="T2" fmla="*/ 1 w 466"/>
                    <a:gd name="T3" fmla="*/ 0 h 637"/>
                    <a:gd name="T4" fmla="*/ 0 w 466"/>
                    <a:gd name="T5" fmla="*/ 0 h 637"/>
                    <a:gd name="T6" fmla="*/ 0 w 466"/>
                    <a:gd name="T7" fmla="*/ 0 h 637"/>
                    <a:gd name="T8" fmla="*/ 1 w 466"/>
                    <a:gd name="T9" fmla="*/ 0 h 637"/>
                    <a:gd name="T10" fmla="*/ 1 w 466"/>
                    <a:gd name="T11" fmla="*/ 0 h 63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66"/>
                    <a:gd name="T19" fmla="*/ 0 h 637"/>
                    <a:gd name="T20" fmla="*/ 466 w 466"/>
                    <a:gd name="T21" fmla="*/ 637 h 63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66" h="637">
                      <a:moveTo>
                        <a:pt x="466" y="637"/>
                      </a:moveTo>
                      <a:lnTo>
                        <a:pt x="466" y="0"/>
                      </a:lnTo>
                      <a:lnTo>
                        <a:pt x="0" y="0"/>
                      </a:lnTo>
                      <a:lnTo>
                        <a:pt x="0" y="623"/>
                      </a:lnTo>
                      <a:lnTo>
                        <a:pt x="227" y="464"/>
                      </a:lnTo>
                      <a:lnTo>
                        <a:pt x="466" y="637"/>
                      </a:lnTo>
                      <a:close/>
                    </a:path>
                  </a:pathLst>
                </a:custGeom>
                <a:solidFill>
                  <a:srgbClr val="CC66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2" name="Freeform 26"/>
                <p:cNvSpPr/>
                <p:nvPr/>
              </p:nvSpPr>
              <p:spPr bwMode="auto">
                <a:xfrm>
                  <a:off x="80" y="431"/>
                  <a:ext cx="403" cy="279"/>
                </a:xfrm>
                <a:custGeom>
                  <a:avLst/>
                  <a:gdLst>
                    <a:gd name="T0" fmla="*/ 0 w 805"/>
                    <a:gd name="T1" fmla="*/ 1 h 558"/>
                    <a:gd name="T2" fmla="*/ 1 w 805"/>
                    <a:gd name="T3" fmla="*/ 1 h 558"/>
                    <a:gd name="T4" fmla="*/ 1 w 805"/>
                    <a:gd name="T5" fmla="*/ 1 h 558"/>
                    <a:gd name="T6" fmla="*/ 1 w 805"/>
                    <a:gd name="T7" fmla="*/ 1 h 558"/>
                    <a:gd name="T8" fmla="*/ 1 w 805"/>
                    <a:gd name="T9" fmla="*/ 1 h 558"/>
                    <a:gd name="T10" fmla="*/ 1 w 805"/>
                    <a:gd name="T11" fmla="*/ 0 h 558"/>
                    <a:gd name="T12" fmla="*/ 0 w 805"/>
                    <a:gd name="T13" fmla="*/ 1 h 558"/>
                    <a:gd name="T14" fmla="*/ 0 w 805"/>
                    <a:gd name="T15" fmla="*/ 1 h 5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05"/>
                    <a:gd name="T25" fmla="*/ 0 h 558"/>
                    <a:gd name="T26" fmla="*/ 805 w 805"/>
                    <a:gd name="T27" fmla="*/ 558 h 5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05" h="558">
                      <a:moveTo>
                        <a:pt x="0" y="558"/>
                      </a:moveTo>
                      <a:lnTo>
                        <a:pt x="805" y="65"/>
                      </a:lnTo>
                      <a:lnTo>
                        <a:pt x="805" y="56"/>
                      </a:lnTo>
                      <a:lnTo>
                        <a:pt x="805" y="39"/>
                      </a:lnTo>
                      <a:lnTo>
                        <a:pt x="805" y="20"/>
                      </a:lnTo>
                      <a:lnTo>
                        <a:pt x="805" y="0"/>
                      </a:lnTo>
                      <a:lnTo>
                        <a:pt x="0" y="494"/>
                      </a:lnTo>
                      <a:lnTo>
                        <a:pt x="0" y="558"/>
                      </a:lnTo>
                      <a:close/>
                    </a:path>
                  </a:pathLst>
                </a:custGeom>
                <a:solidFill>
                  <a:srgbClr val="7A111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3" name="Rectangle 27"/>
                <p:cNvSpPr>
                  <a:spLocks noChangeArrowheads="1"/>
                </p:cNvSpPr>
                <p:nvPr/>
              </p:nvSpPr>
              <p:spPr bwMode="auto">
                <a:xfrm>
                  <a:off x="164" y="1269"/>
                  <a:ext cx="865" cy="30"/>
                </a:xfrm>
                <a:prstGeom prst="rect">
                  <a:avLst/>
                </a:prstGeom>
                <a:solidFill>
                  <a:srgbClr val="7A111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4" name="Freeform 28"/>
                <p:cNvSpPr/>
                <p:nvPr/>
              </p:nvSpPr>
              <p:spPr bwMode="auto">
                <a:xfrm>
                  <a:off x="421" y="0"/>
                  <a:ext cx="347" cy="121"/>
                </a:xfrm>
                <a:custGeom>
                  <a:avLst/>
                  <a:gdLst>
                    <a:gd name="T0" fmla="*/ 1 w 694"/>
                    <a:gd name="T1" fmla="*/ 0 h 242"/>
                    <a:gd name="T2" fmla="*/ 0 w 694"/>
                    <a:gd name="T3" fmla="*/ 1 h 242"/>
                    <a:gd name="T4" fmla="*/ 1 w 694"/>
                    <a:gd name="T5" fmla="*/ 1 h 242"/>
                    <a:gd name="T6" fmla="*/ 1 w 694"/>
                    <a:gd name="T7" fmla="*/ 0 h 2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94"/>
                    <a:gd name="T13" fmla="*/ 0 h 242"/>
                    <a:gd name="T14" fmla="*/ 694 w 694"/>
                    <a:gd name="T15" fmla="*/ 242 h 2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94" h="242">
                      <a:moveTo>
                        <a:pt x="350" y="0"/>
                      </a:moveTo>
                      <a:lnTo>
                        <a:pt x="0" y="242"/>
                      </a:lnTo>
                      <a:lnTo>
                        <a:pt x="694" y="242"/>
                      </a:lnTo>
                      <a:lnTo>
                        <a:pt x="350" y="0"/>
                      </a:lnTo>
                      <a:close/>
                    </a:path>
                  </a:pathLst>
                </a:custGeom>
                <a:solidFill>
                  <a:srgbClr val="7A111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5" name="Freeform 29"/>
                <p:cNvSpPr/>
                <p:nvPr/>
              </p:nvSpPr>
              <p:spPr bwMode="auto">
                <a:xfrm>
                  <a:off x="715" y="435"/>
                  <a:ext cx="397" cy="278"/>
                </a:xfrm>
                <a:custGeom>
                  <a:avLst/>
                  <a:gdLst>
                    <a:gd name="T0" fmla="*/ 0 w 796"/>
                    <a:gd name="T1" fmla="*/ 1 h 554"/>
                    <a:gd name="T2" fmla="*/ 0 w 796"/>
                    <a:gd name="T3" fmla="*/ 1 h 554"/>
                    <a:gd name="T4" fmla="*/ 0 w 796"/>
                    <a:gd name="T5" fmla="*/ 1 h 554"/>
                    <a:gd name="T6" fmla="*/ 0 w 796"/>
                    <a:gd name="T7" fmla="*/ 1 h 554"/>
                    <a:gd name="T8" fmla="*/ 0 w 796"/>
                    <a:gd name="T9" fmla="*/ 1 h 554"/>
                    <a:gd name="T10" fmla="*/ 0 w 796"/>
                    <a:gd name="T11" fmla="*/ 0 h 554"/>
                    <a:gd name="T12" fmla="*/ 0 w 796"/>
                    <a:gd name="T13" fmla="*/ 1 h 554"/>
                    <a:gd name="T14" fmla="*/ 0 w 796"/>
                    <a:gd name="T15" fmla="*/ 1 h 55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796"/>
                    <a:gd name="T25" fmla="*/ 0 h 554"/>
                    <a:gd name="T26" fmla="*/ 796 w 796"/>
                    <a:gd name="T27" fmla="*/ 554 h 55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796" h="554">
                      <a:moveTo>
                        <a:pt x="796" y="554"/>
                      </a:moveTo>
                      <a:lnTo>
                        <a:pt x="0" y="62"/>
                      </a:lnTo>
                      <a:lnTo>
                        <a:pt x="0" y="52"/>
                      </a:lnTo>
                      <a:lnTo>
                        <a:pt x="0" y="37"/>
                      </a:lnTo>
                      <a:lnTo>
                        <a:pt x="0" y="21"/>
                      </a:lnTo>
                      <a:lnTo>
                        <a:pt x="0" y="0"/>
                      </a:lnTo>
                      <a:lnTo>
                        <a:pt x="796" y="491"/>
                      </a:lnTo>
                      <a:lnTo>
                        <a:pt x="796" y="554"/>
                      </a:lnTo>
                      <a:close/>
                    </a:path>
                  </a:pathLst>
                </a:custGeom>
                <a:solidFill>
                  <a:srgbClr val="7A111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6" name="Freeform 30"/>
                <p:cNvSpPr/>
                <p:nvPr/>
              </p:nvSpPr>
              <p:spPr bwMode="auto">
                <a:xfrm>
                  <a:off x="536" y="185"/>
                  <a:ext cx="121" cy="161"/>
                </a:xfrm>
                <a:custGeom>
                  <a:avLst/>
                  <a:gdLst>
                    <a:gd name="T0" fmla="*/ 1 w 241"/>
                    <a:gd name="T1" fmla="*/ 0 h 322"/>
                    <a:gd name="T2" fmla="*/ 1 w 241"/>
                    <a:gd name="T3" fmla="*/ 1 h 322"/>
                    <a:gd name="T4" fmla="*/ 1 w 241"/>
                    <a:gd name="T5" fmla="*/ 1 h 322"/>
                    <a:gd name="T6" fmla="*/ 1 w 241"/>
                    <a:gd name="T7" fmla="*/ 1 h 322"/>
                    <a:gd name="T8" fmla="*/ 1 w 241"/>
                    <a:gd name="T9" fmla="*/ 1 h 322"/>
                    <a:gd name="T10" fmla="*/ 1 w 241"/>
                    <a:gd name="T11" fmla="*/ 1 h 322"/>
                    <a:gd name="T12" fmla="*/ 1 w 241"/>
                    <a:gd name="T13" fmla="*/ 1 h 322"/>
                    <a:gd name="T14" fmla="*/ 1 w 241"/>
                    <a:gd name="T15" fmla="*/ 1 h 322"/>
                    <a:gd name="T16" fmla="*/ 0 w 241"/>
                    <a:gd name="T17" fmla="*/ 1 h 322"/>
                    <a:gd name="T18" fmla="*/ 0 w 241"/>
                    <a:gd name="T19" fmla="*/ 1 h 322"/>
                    <a:gd name="T20" fmla="*/ 0 w 241"/>
                    <a:gd name="T21" fmla="*/ 1 h 322"/>
                    <a:gd name="T22" fmla="*/ 0 w 241"/>
                    <a:gd name="T23" fmla="*/ 1 h 322"/>
                    <a:gd name="T24" fmla="*/ 0 w 241"/>
                    <a:gd name="T25" fmla="*/ 1 h 322"/>
                    <a:gd name="T26" fmla="*/ 1 w 241"/>
                    <a:gd name="T27" fmla="*/ 1 h 322"/>
                    <a:gd name="T28" fmla="*/ 1 w 241"/>
                    <a:gd name="T29" fmla="*/ 1 h 322"/>
                    <a:gd name="T30" fmla="*/ 1 w 241"/>
                    <a:gd name="T31" fmla="*/ 1 h 322"/>
                    <a:gd name="T32" fmla="*/ 1 w 241"/>
                    <a:gd name="T33" fmla="*/ 1 h 322"/>
                    <a:gd name="T34" fmla="*/ 1 w 241"/>
                    <a:gd name="T35" fmla="*/ 1 h 322"/>
                    <a:gd name="T36" fmla="*/ 1 w 241"/>
                    <a:gd name="T37" fmla="*/ 1 h 322"/>
                    <a:gd name="T38" fmla="*/ 1 w 241"/>
                    <a:gd name="T39" fmla="*/ 1 h 322"/>
                    <a:gd name="T40" fmla="*/ 1 w 241"/>
                    <a:gd name="T41" fmla="*/ 1 h 322"/>
                    <a:gd name="T42" fmla="*/ 1 w 241"/>
                    <a:gd name="T43" fmla="*/ 1 h 322"/>
                    <a:gd name="T44" fmla="*/ 1 w 241"/>
                    <a:gd name="T45" fmla="*/ 1 h 322"/>
                    <a:gd name="T46" fmla="*/ 1 w 241"/>
                    <a:gd name="T47" fmla="*/ 1 h 322"/>
                    <a:gd name="T48" fmla="*/ 1 w 241"/>
                    <a:gd name="T49" fmla="*/ 1 h 322"/>
                    <a:gd name="T50" fmla="*/ 1 w 241"/>
                    <a:gd name="T51" fmla="*/ 1 h 322"/>
                    <a:gd name="T52" fmla="*/ 1 w 241"/>
                    <a:gd name="T53" fmla="*/ 1 h 322"/>
                    <a:gd name="T54" fmla="*/ 1 w 241"/>
                    <a:gd name="T55" fmla="*/ 1 h 322"/>
                    <a:gd name="T56" fmla="*/ 1 w 241"/>
                    <a:gd name="T57" fmla="*/ 1 h 322"/>
                    <a:gd name="T58" fmla="*/ 1 w 241"/>
                    <a:gd name="T59" fmla="*/ 1 h 322"/>
                    <a:gd name="T60" fmla="*/ 1 w 241"/>
                    <a:gd name="T61" fmla="*/ 1 h 322"/>
                    <a:gd name="T62" fmla="*/ 1 w 241"/>
                    <a:gd name="T63" fmla="*/ 1 h 322"/>
                    <a:gd name="T64" fmla="*/ 1 w 241"/>
                    <a:gd name="T65" fmla="*/ 0 h 322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241"/>
                    <a:gd name="T100" fmla="*/ 0 h 322"/>
                    <a:gd name="T101" fmla="*/ 241 w 241"/>
                    <a:gd name="T102" fmla="*/ 322 h 322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241" h="322">
                      <a:moveTo>
                        <a:pt x="125" y="0"/>
                      </a:moveTo>
                      <a:lnTo>
                        <a:pt x="97" y="4"/>
                      </a:lnTo>
                      <a:lnTo>
                        <a:pt x="73" y="11"/>
                      </a:lnTo>
                      <a:lnTo>
                        <a:pt x="52" y="24"/>
                      </a:lnTo>
                      <a:lnTo>
                        <a:pt x="33" y="43"/>
                      </a:lnTo>
                      <a:lnTo>
                        <a:pt x="18" y="66"/>
                      </a:lnTo>
                      <a:lnTo>
                        <a:pt x="9" y="90"/>
                      </a:lnTo>
                      <a:lnTo>
                        <a:pt x="2" y="118"/>
                      </a:lnTo>
                      <a:lnTo>
                        <a:pt x="0" y="148"/>
                      </a:lnTo>
                      <a:lnTo>
                        <a:pt x="0" y="202"/>
                      </a:lnTo>
                      <a:lnTo>
                        <a:pt x="0" y="247"/>
                      </a:lnTo>
                      <a:lnTo>
                        <a:pt x="0" y="287"/>
                      </a:lnTo>
                      <a:lnTo>
                        <a:pt x="0" y="322"/>
                      </a:lnTo>
                      <a:lnTo>
                        <a:pt x="52" y="322"/>
                      </a:lnTo>
                      <a:lnTo>
                        <a:pt x="86" y="322"/>
                      </a:lnTo>
                      <a:lnTo>
                        <a:pt x="106" y="322"/>
                      </a:lnTo>
                      <a:lnTo>
                        <a:pt x="123" y="322"/>
                      </a:lnTo>
                      <a:lnTo>
                        <a:pt x="138" y="322"/>
                      </a:lnTo>
                      <a:lnTo>
                        <a:pt x="159" y="322"/>
                      </a:lnTo>
                      <a:lnTo>
                        <a:pt x="191" y="322"/>
                      </a:lnTo>
                      <a:lnTo>
                        <a:pt x="241" y="322"/>
                      </a:lnTo>
                      <a:lnTo>
                        <a:pt x="241" y="270"/>
                      </a:lnTo>
                      <a:lnTo>
                        <a:pt x="241" y="223"/>
                      </a:lnTo>
                      <a:lnTo>
                        <a:pt x="241" y="180"/>
                      </a:lnTo>
                      <a:lnTo>
                        <a:pt x="241" y="142"/>
                      </a:lnTo>
                      <a:lnTo>
                        <a:pt x="239" y="124"/>
                      </a:lnTo>
                      <a:lnTo>
                        <a:pt x="236" y="101"/>
                      </a:lnTo>
                      <a:lnTo>
                        <a:pt x="226" y="77"/>
                      </a:lnTo>
                      <a:lnTo>
                        <a:pt x="215" y="54"/>
                      </a:lnTo>
                      <a:lnTo>
                        <a:pt x="198" y="32"/>
                      </a:lnTo>
                      <a:lnTo>
                        <a:pt x="178" y="15"/>
                      </a:lnTo>
                      <a:lnTo>
                        <a:pt x="153" y="4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7" name="Freeform 31"/>
                <p:cNvSpPr/>
                <p:nvPr/>
              </p:nvSpPr>
              <p:spPr bwMode="auto">
                <a:xfrm>
                  <a:off x="438" y="783"/>
                  <a:ext cx="9" cy="302"/>
                </a:xfrm>
                <a:custGeom>
                  <a:avLst/>
                  <a:gdLst>
                    <a:gd name="T0" fmla="*/ 0 w 19"/>
                    <a:gd name="T1" fmla="*/ 0 h 605"/>
                    <a:gd name="T2" fmla="*/ 0 w 19"/>
                    <a:gd name="T3" fmla="*/ 0 h 605"/>
                    <a:gd name="T4" fmla="*/ 0 w 19"/>
                    <a:gd name="T5" fmla="*/ 0 h 605"/>
                    <a:gd name="T6" fmla="*/ 0 w 19"/>
                    <a:gd name="T7" fmla="*/ 0 h 605"/>
                    <a:gd name="T8" fmla="*/ 0 w 19"/>
                    <a:gd name="T9" fmla="*/ 0 h 605"/>
                    <a:gd name="T10" fmla="*/ 0 w 19"/>
                    <a:gd name="T11" fmla="*/ 0 h 605"/>
                    <a:gd name="T12" fmla="*/ 0 w 19"/>
                    <a:gd name="T13" fmla="*/ 0 h 605"/>
                    <a:gd name="T14" fmla="*/ 0 w 19"/>
                    <a:gd name="T15" fmla="*/ 0 h 605"/>
                    <a:gd name="T16" fmla="*/ 0 w 19"/>
                    <a:gd name="T17" fmla="*/ 0 h 605"/>
                    <a:gd name="T18" fmla="*/ 0 w 19"/>
                    <a:gd name="T19" fmla="*/ 0 h 60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9"/>
                    <a:gd name="T31" fmla="*/ 0 h 605"/>
                    <a:gd name="T32" fmla="*/ 19 w 19"/>
                    <a:gd name="T33" fmla="*/ 605 h 60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9" h="605">
                      <a:moveTo>
                        <a:pt x="10" y="19"/>
                      </a:moveTo>
                      <a:lnTo>
                        <a:pt x="0" y="9"/>
                      </a:lnTo>
                      <a:lnTo>
                        <a:pt x="0" y="605"/>
                      </a:lnTo>
                      <a:lnTo>
                        <a:pt x="19" y="605"/>
                      </a:lnTo>
                      <a:lnTo>
                        <a:pt x="19" y="9"/>
                      </a:lnTo>
                      <a:lnTo>
                        <a:pt x="10" y="0"/>
                      </a:lnTo>
                      <a:lnTo>
                        <a:pt x="19" y="9"/>
                      </a:lnTo>
                      <a:lnTo>
                        <a:pt x="19" y="0"/>
                      </a:lnTo>
                      <a:lnTo>
                        <a:pt x="10" y="0"/>
                      </a:lnTo>
                      <a:lnTo>
                        <a:pt x="10" y="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8" name="Freeform 32"/>
                <p:cNvSpPr/>
                <p:nvPr/>
              </p:nvSpPr>
              <p:spPr bwMode="auto">
                <a:xfrm>
                  <a:off x="265" y="783"/>
                  <a:ext cx="177" cy="9"/>
                </a:xfrm>
                <a:custGeom>
                  <a:avLst/>
                  <a:gdLst>
                    <a:gd name="T0" fmla="*/ 1 w 354"/>
                    <a:gd name="T1" fmla="*/ 0 h 19"/>
                    <a:gd name="T2" fmla="*/ 1 w 354"/>
                    <a:gd name="T3" fmla="*/ 0 h 19"/>
                    <a:gd name="T4" fmla="*/ 1 w 354"/>
                    <a:gd name="T5" fmla="*/ 0 h 19"/>
                    <a:gd name="T6" fmla="*/ 1 w 354"/>
                    <a:gd name="T7" fmla="*/ 0 h 19"/>
                    <a:gd name="T8" fmla="*/ 1 w 354"/>
                    <a:gd name="T9" fmla="*/ 0 h 19"/>
                    <a:gd name="T10" fmla="*/ 0 w 354"/>
                    <a:gd name="T11" fmla="*/ 0 h 19"/>
                    <a:gd name="T12" fmla="*/ 1 w 354"/>
                    <a:gd name="T13" fmla="*/ 0 h 19"/>
                    <a:gd name="T14" fmla="*/ 0 w 354"/>
                    <a:gd name="T15" fmla="*/ 0 h 19"/>
                    <a:gd name="T16" fmla="*/ 0 w 354"/>
                    <a:gd name="T17" fmla="*/ 0 h 19"/>
                    <a:gd name="T18" fmla="*/ 1 w 354"/>
                    <a:gd name="T19" fmla="*/ 0 h 1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4"/>
                    <a:gd name="T31" fmla="*/ 0 h 19"/>
                    <a:gd name="T32" fmla="*/ 354 w 354"/>
                    <a:gd name="T33" fmla="*/ 19 h 19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4" h="19">
                      <a:moveTo>
                        <a:pt x="19" y="9"/>
                      </a:moveTo>
                      <a:lnTo>
                        <a:pt x="9" y="19"/>
                      </a:lnTo>
                      <a:lnTo>
                        <a:pt x="354" y="19"/>
                      </a:lnTo>
                      <a:lnTo>
                        <a:pt x="354" y="0"/>
                      </a:lnTo>
                      <a:lnTo>
                        <a:pt x="9" y="0"/>
                      </a:ln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9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9" name="Freeform 33"/>
                <p:cNvSpPr/>
                <p:nvPr/>
              </p:nvSpPr>
              <p:spPr bwMode="auto">
                <a:xfrm>
                  <a:off x="265" y="788"/>
                  <a:ext cx="10" cy="302"/>
                </a:xfrm>
                <a:custGeom>
                  <a:avLst/>
                  <a:gdLst>
                    <a:gd name="T0" fmla="*/ 1 w 19"/>
                    <a:gd name="T1" fmla="*/ 0 h 605"/>
                    <a:gd name="T2" fmla="*/ 1 w 19"/>
                    <a:gd name="T3" fmla="*/ 0 h 605"/>
                    <a:gd name="T4" fmla="*/ 1 w 19"/>
                    <a:gd name="T5" fmla="*/ 0 h 605"/>
                    <a:gd name="T6" fmla="*/ 0 w 19"/>
                    <a:gd name="T7" fmla="*/ 0 h 605"/>
                    <a:gd name="T8" fmla="*/ 0 w 19"/>
                    <a:gd name="T9" fmla="*/ 0 h 605"/>
                    <a:gd name="T10" fmla="*/ 1 w 19"/>
                    <a:gd name="T11" fmla="*/ 0 h 605"/>
                    <a:gd name="T12" fmla="*/ 0 w 19"/>
                    <a:gd name="T13" fmla="*/ 0 h 605"/>
                    <a:gd name="T14" fmla="*/ 0 w 19"/>
                    <a:gd name="T15" fmla="*/ 0 h 605"/>
                    <a:gd name="T16" fmla="*/ 1 w 19"/>
                    <a:gd name="T17" fmla="*/ 0 h 605"/>
                    <a:gd name="T18" fmla="*/ 1 w 19"/>
                    <a:gd name="T19" fmla="*/ 0 h 60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9"/>
                    <a:gd name="T31" fmla="*/ 0 h 605"/>
                    <a:gd name="T32" fmla="*/ 19 w 19"/>
                    <a:gd name="T33" fmla="*/ 605 h 60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9" h="605">
                      <a:moveTo>
                        <a:pt x="9" y="587"/>
                      </a:moveTo>
                      <a:lnTo>
                        <a:pt x="19" y="596"/>
                      </a:ln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596"/>
                      </a:lnTo>
                      <a:lnTo>
                        <a:pt x="9" y="605"/>
                      </a:lnTo>
                      <a:lnTo>
                        <a:pt x="0" y="596"/>
                      </a:lnTo>
                      <a:lnTo>
                        <a:pt x="0" y="605"/>
                      </a:lnTo>
                      <a:lnTo>
                        <a:pt x="9" y="605"/>
                      </a:lnTo>
                      <a:lnTo>
                        <a:pt x="9" y="5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0" name="Freeform 34"/>
                <p:cNvSpPr/>
                <p:nvPr/>
              </p:nvSpPr>
              <p:spPr bwMode="auto">
                <a:xfrm>
                  <a:off x="270" y="1081"/>
                  <a:ext cx="177" cy="9"/>
                </a:xfrm>
                <a:custGeom>
                  <a:avLst/>
                  <a:gdLst>
                    <a:gd name="T0" fmla="*/ 1 w 354"/>
                    <a:gd name="T1" fmla="*/ 1 h 18"/>
                    <a:gd name="T2" fmla="*/ 1 w 354"/>
                    <a:gd name="T3" fmla="*/ 0 h 18"/>
                    <a:gd name="T4" fmla="*/ 0 w 354"/>
                    <a:gd name="T5" fmla="*/ 0 h 18"/>
                    <a:gd name="T6" fmla="*/ 0 w 354"/>
                    <a:gd name="T7" fmla="*/ 1 h 18"/>
                    <a:gd name="T8" fmla="*/ 1 w 354"/>
                    <a:gd name="T9" fmla="*/ 1 h 18"/>
                    <a:gd name="T10" fmla="*/ 1 w 354"/>
                    <a:gd name="T11" fmla="*/ 1 h 18"/>
                    <a:gd name="T12" fmla="*/ 1 w 354"/>
                    <a:gd name="T13" fmla="*/ 1 h 18"/>
                    <a:gd name="T14" fmla="*/ 1 w 354"/>
                    <a:gd name="T15" fmla="*/ 1 h 18"/>
                    <a:gd name="T16" fmla="*/ 1 w 354"/>
                    <a:gd name="T17" fmla="*/ 1 h 18"/>
                    <a:gd name="T18" fmla="*/ 1 w 354"/>
                    <a:gd name="T19" fmla="*/ 1 h 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4"/>
                    <a:gd name="T31" fmla="*/ 0 h 18"/>
                    <a:gd name="T32" fmla="*/ 354 w 354"/>
                    <a:gd name="T33" fmla="*/ 18 h 1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4" h="18">
                      <a:moveTo>
                        <a:pt x="335" y="9"/>
                      </a:moveTo>
                      <a:lnTo>
                        <a:pt x="345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345" y="18"/>
                      </a:lnTo>
                      <a:lnTo>
                        <a:pt x="354" y="9"/>
                      </a:lnTo>
                      <a:lnTo>
                        <a:pt x="345" y="18"/>
                      </a:lnTo>
                      <a:lnTo>
                        <a:pt x="354" y="18"/>
                      </a:lnTo>
                      <a:lnTo>
                        <a:pt x="354" y="9"/>
                      </a:lnTo>
                      <a:lnTo>
                        <a:pt x="335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1" name="Freeform 35"/>
                <p:cNvSpPr/>
                <p:nvPr/>
              </p:nvSpPr>
              <p:spPr bwMode="auto">
                <a:xfrm>
                  <a:off x="271" y="870"/>
                  <a:ext cx="170" cy="9"/>
                </a:xfrm>
                <a:custGeom>
                  <a:avLst/>
                  <a:gdLst>
                    <a:gd name="T0" fmla="*/ 0 w 341"/>
                    <a:gd name="T1" fmla="*/ 0 h 19"/>
                    <a:gd name="T2" fmla="*/ 0 w 341"/>
                    <a:gd name="T3" fmla="*/ 0 h 19"/>
                    <a:gd name="T4" fmla="*/ 0 w 341"/>
                    <a:gd name="T5" fmla="*/ 0 h 19"/>
                    <a:gd name="T6" fmla="*/ 0 w 341"/>
                    <a:gd name="T7" fmla="*/ 0 h 19"/>
                    <a:gd name="T8" fmla="*/ 0 w 341"/>
                    <a:gd name="T9" fmla="*/ 0 h 19"/>
                    <a:gd name="T10" fmla="*/ 0 w 341"/>
                    <a:gd name="T11" fmla="*/ 0 h 1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1"/>
                    <a:gd name="T19" fmla="*/ 0 h 19"/>
                    <a:gd name="T20" fmla="*/ 341 w 341"/>
                    <a:gd name="T21" fmla="*/ 19 h 1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1" h="19">
                      <a:moveTo>
                        <a:pt x="341" y="9"/>
                      </a:moveTo>
                      <a:lnTo>
                        <a:pt x="341" y="0"/>
                      </a:lnTo>
                      <a:lnTo>
                        <a:pt x="0" y="0"/>
                      </a:lnTo>
                      <a:lnTo>
                        <a:pt x="0" y="19"/>
                      </a:lnTo>
                      <a:lnTo>
                        <a:pt x="341" y="19"/>
                      </a:lnTo>
                      <a:lnTo>
                        <a:pt x="341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2" name="Freeform 36"/>
                <p:cNvSpPr/>
                <p:nvPr/>
              </p:nvSpPr>
              <p:spPr bwMode="auto">
                <a:xfrm>
                  <a:off x="271" y="979"/>
                  <a:ext cx="170" cy="9"/>
                </a:xfrm>
                <a:custGeom>
                  <a:avLst/>
                  <a:gdLst>
                    <a:gd name="T0" fmla="*/ 0 w 341"/>
                    <a:gd name="T1" fmla="*/ 0 h 19"/>
                    <a:gd name="T2" fmla="*/ 0 w 341"/>
                    <a:gd name="T3" fmla="*/ 0 h 19"/>
                    <a:gd name="T4" fmla="*/ 0 w 341"/>
                    <a:gd name="T5" fmla="*/ 0 h 19"/>
                    <a:gd name="T6" fmla="*/ 0 w 341"/>
                    <a:gd name="T7" fmla="*/ 0 h 19"/>
                    <a:gd name="T8" fmla="*/ 0 w 341"/>
                    <a:gd name="T9" fmla="*/ 0 h 19"/>
                    <a:gd name="T10" fmla="*/ 0 w 341"/>
                    <a:gd name="T11" fmla="*/ 0 h 1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41"/>
                    <a:gd name="T19" fmla="*/ 0 h 19"/>
                    <a:gd name="T20" fmla="*/ 341 w 341"/>
                    <a:gd name="T21" fmla="*/ 19 h 1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41" h="19">
                      <a:moveTo>
                        <a:pt x="341" y="10"/>
                      </a:moveTo>
                      <a:lnTo>
                        <a:pt x="341" y="0"/>
                      </a:lnTo>
                      <a:lnTo>
                        <a:pt x="0" y="0"/>
                      </a:lnTo>
                      <a:lnTo>
                        <a:pt x="0" y="19"/>
                      </a:lnTo>
                      <a:lnTo>
                        <a:pt x="341" y="19"/>
                      </a:lnTo>
                      <a:lnTo>
                        <a:pt x="341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3" name="Freeform 37"/>
                <p:cNvSpPr/>
                <p:nvPr/>
              </p:nvSpPr>
              <p:spPr bwMode="auto">
                <a:xfrm>
                  <a:off x="349" y="792"/>
                  <a:ext cx="9" cy="291"/>
                </a:xfrm>
                <a:custGeom>
                  <a:avLst/>
                  <a:gdLst>
                    <a:gd name="T0" fmla="*/ 0 w 19"/>
                    <a:gd name="T1" fmla="*/ 1 h 580"/>
                    <a:gd name="T2" fmla="*/ 0 w 19"/>
                    <a:gd name="T3" fmla="*/ 1 h 580"/>
                    <a:gd name="T4" fmla="*/ 0 w 19"/>
                    <a:gd name="T5" fmla="*/ 0 h 580"/>
                    <a:gd name="T6" fmla="*/ 0 w 19"/>
                    <a:gd name="T7" fmla="*/ 0 h 580"/>
                    <a:gd name="T8" fmla="*/ 0 w 19"/>
                    <a:gd name="T9" fmla="*/ 1 h 580"/>
                    <a:gd name="T10" fmla="*/ 0 w 19"/>
                    <a:gd name="T11" fmla="*/ 1 h 58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580"/>
                    <a:gd name="T20" fmla="*/ 19 w 19"/>
                    <a:gd name="T21" fmla="*/ 580 h 58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580">
                      <a:moveTo>
                        <a:pt x="10" y="580"/>
                      </a:moveTo>
                      <a:lnTo>
                        <a:pt x="19" y="580"/>
                      </a:ln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580"/>
                      </a:lnTo>
                      <a:lnTo>
                        <a:pt x="10" y="58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4" name="Freeform 38"/>
                <p:cNvSpPr/>
                <p:nvPr/>
              </p:nvSpPr>
              <p:spPr bwMode="auto">
                <a:xfrm>
                  <a:off x="920" y="783"/>
                  <a:ext cx="9" cy="302"/>
                </a:xfrm>
                <a:custGeom>
                  <a:avLst/>
                  <a:gdLst>
                    <a:gd name="T0" fmla="*/ 0 w 19"/>
                    <a:gd name="T1" fmla="*/ 0 h 605"/>
                    <a:gd name="T2" fmla="*/ 0 w 19"/>
                    <a:gd name="T3" fmla="*/ 0 h 605"/>
                    <a:gd name="T4" fmla="*/ 0 w 19"/>
                    <a:gd name="T5" fmla="*/ 0 h 605"/>
                    <a:gd name="T6" fmla="*/ 0 w 19"/>
                    <a:gd name="T7" fmla="*/ 0 h 605"/>
                    <a:gd name="T8" fmla="*/ 0 w 19"/>
                    <a:gd name="T9" fmla="*/ 0 h 605"/>
                    <a:gd name="T10" fmla="*/ 0 w 19"/>
                    <a:gd name="T11" fmla="*/ 0 h 605"/>
                    <a:gd name="T12" fmla="*/ 0 w 19"/>
                    <a:gd name="T13" fmla="*/ 0 h 605"/>
                    <a:gd name="T14" fmla="*/ 0 w 19"/>
                    <a:gd name="T15" fmla="*/ 0 h 605"/>
                    <a:gd name="T16" fmla="*/ 0 w 19"/>
                    <a:gd name="T17" fmla="*/ 0 h 605"/>
                    <a:gd name="T18" fmla="*/ 0 w 19"/>
                    <a:gd name="T19" fmla="*/ 0 h 60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9"/>
                    <a:gd name="T31" fmla="*/ 0 h 605"/>
                    <a:gd name="T32" fmla="*/ 19 w 19"/>
                    <a:gd name="T33" fmla="*/ 605 h 60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9" h="605">
                      <a:moveTo>
                        <a:pt x="9" y="19"/>
                      </a:moveTo>
                      <a:lnTo>
                        <a:pt x="0" y="9"/>
                      </a:lnTo>
                      <a:lnTo>
                        <a:pt x="0" y="605"/>
                      </a:lnTo>
                      <a:lnTo>
                        <a:pt x="19" y="605"/>
                      </a:lnTo>
                      <a:lnTo>
                        <a:pt x="19" y="9"/>
                      </a:lnTo>
                      <a:lnTo>
                        <a:pt x="9" y="0"/>
                      </a:lnTo>
                      <a:lnTo>
                        <a:pt x="19" y="9"/>
                      </a:lnTo>
                      <a:lnTo>
                        <a:pt x="19" y="0"/>
                      </a:lnTo>
                      <a:lnTo>
                        <a:pt x="9" y="0"/>
                      </a:lnTo>
                      <a:lnTo>
                        <a:pt x="9" y="1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5" name="Freeform 39"/>
                <p:cNvSpPr/>
                <p:nvPr/>
              </p:nvSpPr>
              <p:spPr bwMode="auto">
                <a:xfrm>
                  <a:off x="748" y="783"/>
                  <a:ext cx="176" cy="9"/>
                </a:xfrm>
                <a:custGeom>
                  <a:avLst/>
                  <a:gdLst>
                    <a:gd name="T0" fmla="*/ 1 w 351"/>
                    <a:gd name="T1" fmla="*/ 0 h 19"/>
                    <a:gd name="T2" fmla="*/ 1 w 351"/>
                    <a:gd name="T3" fmla="*/ 0 h 19"/>
                    <a:gd name="T4" fmla="*/ 1 w 351"/>
                    <a:gd name="T5" fmla="*/ 0 h 19"/>
                    <a:gd name="T6" fmla="*/ 1 w 351"/>
                    <a:gd name="T7" fmla="*/ 0 h 19"/>
                    <a:gd name="T8" fmla="*/ 1 w 351"/>
                    <a:gd name="T9" fmla="*/ 0 h 19"/>
                    <a:gd name="T10" fmla="*/ 0 w 351"/>
                    <a:gd name="T11" fmla="*/ 0 h 19"/>
                    <a:gd name="T12" fmla="*/ 1 w 351"/>
                    <a:gd name="T13" fmla="*/ 0 h 19"/>
                    <a:gd name="T14" fmla="*/ 0 w 351"/>
                    <a:gd name="T15" fmla="*/ 0 h 19"/>
                    <a:gd name="T16" fmla="*/ 0 w 351"/>
                    <a:gd name="T17" fmla="*/ 0 h 19"/>
                    <a:gd name="T18" fmla="*/ 1 w 351"/>
                    <a:gd name="T19" fmla="*/ 0 h 1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1"/>
                    <a:gd name="T31" fmla="*/ 0 h 19"/>
                    <a:gd name="T32" fmla="*/ 351 w 351"/>
                    <a:gd name="T33" fmla="*/ 19 h 19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1" h="19">
                      <a:moveTo>
                        <a:pt x="18" y="9"/>
                      </a:moveTo>
                      <a:lnTo>
                        <a:pt x="9" y="19"/>
                      </a:lnTo>
                      <a:lnTo>
                        <a:pt x="351" y="19"/>
                      </a:lnTo>
                      <a:lnTo>
                        <a:pt x="351" y="0"/>
                      </a:lnTo>
                      <a:lnTo>
                        <a:pt x="9" y="0"/>
                      </a:ln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8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6" name="Freeform 40"/>
                <p:cNvSpPr/>
                <p:nvPr/>
              </p:nvSpPr>
              <p:spPr bwMode="auto">
                <a:xfrm>
                  <a:off x="748" y="788"/>
                  <a:ext cx="10" cy="302"/>
                </a:xfrm>
                <a:custGeom>
                  <a:avLst/>
                  <a:gdLst>
                    <a:gd name="T0" fmla="*/ 1 w 18"/>
                    <a:gd name="T1" fmla="*/ 0 h 605"/>
                    <a:gd name="T2" fmla="*/ 1 w 18"/>
                    <a:gd name="T3" fmla="*/ 0 h 605"/>
                    <a:gd name="T4" fmla="*/ 1 w 18"/>
                    <a:gd name="T5" fmla="*/ 0 h 605"/>
                    <a:gd name="T6" fmla="*/ 0 w 18"/>
                    <a:gd name="T7" fmla="*/ 0 h 605"/>
                    <a:gd name="T8" fmla="*/ 0 w 18"/>
                    <a:gd name="T9" fmla="*/ 0 h 605"/>
                    <a:gd name="T10" fmla="*/ 1 w 18"/>
                    <a:gd name="T11" fmla="*/ 0 h 605"/>
                    <a:gd name="T12" fmla="*/ 0 w 18"/>
                    <a:gd name="T13" fmla="*/ 0 h 605"/>
                    <a:gd name="T14" fmla="*/ 0 w 18"/>
                    <a:gd name="T15" fmla="*/ 0 h 605"/>
                    <a:gd name="T16" fmla="*/ 1 w 18"/>
                    <a:gd name="T17" fmla="*/ 0 h 605"/>
                    <a:gd name="T18" fmla="*/ 1 w 18"/>
                    <a:gd name="T19" fmla="*/ 0 h 60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8"/>
                    <a:gd name="T31" fmla="*/ 0 h 605"/>
                    <a:gd name="T32" fmla="*/ 18 w 18"/>
                    <a:gd name="T33" fmla="*/ 605 h 60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8" h="605">
                      <a:moveTo>
                        <a:pt x="9" y="587"/>
                      </a:moveTo>
                      <a:lnTo>
                        <a:pt x="18" y="596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596"/>
                      </a:lnTo>
                      <a:lnTo>
                        <a:pt x="9" y="605"/>
                      </a:lnTo>
                      <a:lnTo>
                        <a:pt x="0" y="596"/>
                      </a:lnTo>
                      <a:lnTo>
                        <a:pt x="0" y="605"/>
                      </a:lnTo>
                      <a:lnTo>
                        <a:pt x="9" y="605"/>
                      </a:lnTo>
                      <a:lnTo>
                        <a:pt x="9" y="5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7" name="Freeform 41"/>
                <p:cNvSpPr/>
                <p:nvPr/>
              </p:nvSpPr>
              <p:spPr bwMode="auto">
                <a:xfrm>
                  <a:off x="753" y="1081"/>
                  <a:ext cx="176" cy="9"/>
                </a:xfrm>
                <a:custGeom>
                  <a:avLst/>
                  <a:gdLst>
                    <a:gd name="T0" fmla="*/ 1 w 352"/>
                    <a:gd name="T1" fmla="*/ 1 h 18"/>
                    <a:gd name="T2" fmla="*/ 1 w 352"/>
                    <a:gd name="T3" fmla="*/ 0 h 18"/>
                    <a:gd name="T4" fmla="*/ 0 w 352"/>
                    <a:gd name="T5" fmla="*/ 0 h 18"/>
                    <a:gd name="T6" fmla="*/ 0 w 352"/>
                    <a:gd name="T7" fmla="*/ 1 h 18"/>
                    <a:gd name="T8" fmla="*/ 1 w 352"/>
                    <a:gd name="T9" fmla="*/ 1 h 18"/>
                    <a:gd name="T10" fmla="*/ 1 w 352"/>
                    <a:gd name="T11" fmla="*/ 1 h 18"/>
                    <a:gd name="T12" fmla="*/ 1 w 352"/>
                    <a:gd name="T13" fmla="*/ 1 h 18"/>
                    <a:gd name="T14" fmla="*/ 1 w 352"/>
                    <a:gd name="T15" fmla="*/ 1 h 18"/>
                    <a:gd name="T16" fmla="*/ 1 w 352"/>
                    <a:gd name="T17" fmla="*/ 1 h 18"/>
                    <a:gd name="T18" fmla="*/ 1 w 352"/>
                    <a:gd name="T19" fmla="*/ 1 h 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52"/>
                    <a:gd name="T31" fmla="*/ 0 h 18"/>
                    <a:gd name="T32" fmla="*/ 352 w 352"/>
                    <a:gd name="T33" fmla="*/ 18 h 1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52" h="18">
                      <a:moveTo>
                        <a:pt x="333" y="9"/>
                      </a:moveTo>
                      <a:lnTo>
                        <a:pt x="342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342" y="18"/>
                      </a:lnTo>
                      <a:lnTo>
                        <a:pt x="352" y="9"/>
                      </a:lnTo>
                      <a:lnTo>
                        <a:pt x="342" y="18"/>
                      </a:lnTo>
                      <a:lnTo>
                        <a:pt x="352" y="18"/>
                      </a:lnTo>
                      <a:lnTo>
                        <a:pt x="352" y="9"/>
                      </a:lnTo>
                      <a:lnTo>
                        <a:pt x="333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" name="Freeform 42"/>
                <p:cNvSpPr/>
                <p:nvPr/>
              </p:nvSpPr>
              <p:spPr bwMode="auto">
                <a:xfrm>
                  <a:off x="756" y="870"/>
                  <a:ext cx="166" cy="9"/>
                </a:xfrm>
                <a:custGeom>
                  <a:avLst/>
                  <a:gdLst>
                    <a:gd name="T0" fmla="*/ 0 w 333"/>
                    <a:gd name="T1" fmla="*/ 0 h 19"/>
                    <a:gd name="T2" fmla="*/ 0 w 333"/>
                    <a:gd name="T3" fmla="*/ 0 h 19"/>
                    <a:gd name="T4" fmla="*/ 0 w 333"/>
                    <a:gd name="T5" fmla="*/ 0 h 19"/>
                    <a:gd name="T6" fmla="*/ 0 w 333"/>
                    <a:gd name="T7" fmla="*/ 0 h 19"/>
                    <a:gd name="T8" fmla="*/ 0 w 333"/>
                    <a:gd name="T9" fmla="*/ 0 h 19"/>
                    <a:gd name="T10" fmla="*/ 0 w 333"/>
                    <a:gd name="T11" fmla="*/ 0 h 1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3"/>
                    <a:gd name="T19" fmla="*/ 0 h 19"/>
                    <a:gd name="T20" fmla="*/ 333 w 333"/>
                    <a:gd name="T21" fmla="*/ 19 h 1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3" h="19">
                      <a:moveTo>
                        <a:pt x="333" y="9"/>
                      </a:moveTo>
                      <a:lnTo>
                        <a:pt x="333" y="0"/>
                      </a:lnTo>
                      <a:lnTo>
                        <a:pt x="0" y="0"/>
                      </a:lnTo>
                      <a:lnTo>
                        <a:pt x="0" y="19"/>
                      </a:lnTo>
                      <a:lnTo>
                        <a:pt x="333" y="19"/>
                      </a:lnTo>
                      <a:lnTo>
                        <a:pt x="333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9" name="Freeform 43"/>
                <p:cNvSpPr/>
                <p:nvPr/>
              </p:nvSpPr>
              <p:spPr bwMode="auto">
                <a:xfrm>
                  <a:off x="756" y="979"/>
                  <a:ext cx="166" cy="9"/>
                </a:xfrm>
                <a:custGeom>
                  <a:avLst/>
                  <a:gdLst>
                    <a:gd name="T0" fmla="*/ 0 w 333"/>
                    <a:gd name="T1" fmla="*/ 0 h 19"/>
                    <a:gd name="T2" fmla="*/ 0 w 333"/>
                    <a:gd name="T3" fmla="*/ 0 h 19"/>
                    <a:gd name="T4" fmla="*/ 0 w 333"/>
                    <a:gd name="T5" fmla="*/ 0 h 19"/>
                    <a:gd name="T6" fmla="*/ 0 w 333"/>
                    <a:gd name="T7" fmla="*/ 0 h 19"/>
                    <a:gd name="T8" fmla="*/ 0 w 333"/>
                    <a:gd name="T9" fmla="*/ 0 h 19"/>
                    <a:gd name="T10" fmla="*/ 0 w 333"/>
                    <a:gd name="T11" fmla="*/ 0 h 1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33"/>
                    <a:gd name="T19" fmla="*/ 0 h 19"/>
                    <a:gd name="T20" fmla="*/ 333 w 333"/>
                    <a:gd name="T21" fmla="*/ 19 h 1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33" h="19">
                      <a:moveTo>
                        <a:pt x="333" y="10"/>
                      </a:moveTo>
                      <a:lnTo>
                        <a:pt x="333" y="0"/>
                      </a:lnTo>
                      <a:lnTo>
                        <a:pt x="0" y="0"/>
                      </a:lnTo>
                      <a:lnTo>
                        <a:pt x="0" y="19"/>
                      </a:lnTo>
                      <a:lnTo>
                        <a:pt x="333" y="19"/>
                      </a:lnTo>
                      <a:lnTo>
                        <a:pt x="333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0" name="Freeform 44"/>
                <p:cNvSpPr/>
                <p:nvPr/>
              </p:nvSpPr>
              <p:spPr bwMode="auto">
                <a:xfrm>
                  <a:off x="832" y="792"/>
                  <a:ext cx="9" cy="291"/>
                </a:xfrm>
                <a:custGeom>
                  <a:avLst/>
                  <a:gdLst>
                    <a:gd name="T0" fmla="*/ 0 w 19"/>
                    <a:gd name="T1" fmla="*/ 1 h 580"/>
                    <a:gd name="T2" fmla="*/ 0 w 19"/>
                    <a:gd name="T3" fmla="*/ 1 h 580"/>
                    <a:gd name="T4" fmla="*/ 0 w 19"/>
                    <a:gd name="T5" fmla="*/ 0 h 580"/>
                    <a:gd name="T6" fmla="*/ 0 w 19"/>
                    <a:gd name="T7" fmla="*/ 0 h 580"/>
                    <a:gd name="T8" fmla="*/ 0 w 19"/>
                    <a:gd name="T9" fmla="*/ 1 h 580"/>
                    <a:gd name="T10" fmla="*/ 0 w 19"/>
                    <a:gd name="T11" fmla="*/ 1 h 58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580"/>
                    <a:gd name="T20" fmla="*/ 19 w 19"/>
                    <a:gd name="T21" fmla="*/ 580 h 58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580">
                      <a:moveTo>
                        <a:pt x="9" y="580"/>
                      </a:moveTo>
                      <a:lnTo>
                        <a:pt x="19" y="580"/>
                      </a:ln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580"/>
                      </a:lnTo>
                      <a:lnTo>
                        <a:pt x="9" y="58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1" name="Freeform 45"/>
                <p:cNvSpPr/>
                <p:nvPr/>
              </p:nvSpPr>
              <p:spPr bwMode="auto">
                <a:xfrm>
                  <a:off x="543" y="212"/>
                  <a:ext cx="100" cy="109"/>
                </a:xfrm>
                <a:custGeom>
                  <a:avLst/>
                  <a:gdLst>
                    <a:gd name="T0" fmla="*/ 1 w 198"/>
                    <a:gd name="T1" fmla="*/ 0 h 219"/>
                    <a:gd name="T2" fmla="*/ 1 w 198"/>
                    <a:gd name="T3" fmla="*/ 0 h 219"/>
                    <a:gd name="T4" fmla="*/ 1 w 198"/>
                    <a:gd name="T5" fmla="*/ 0 h 219"/>
                    <a:gd name="T6" fmla="*/ 1 w 198"/>
                    <a:gd name="T7" fmla="*/ 0 h 219"/>
                    <a:gd name="T8" fmla="*/ 1 w 198"/>
                    <a:gd name="T9" fmla="*/ 0 h 219"/>
                    <a:gd name="T10" fmla="*/ 1 w 198"/>
                    <a:gd name="T11" fmla="*/ 0 h 219"/>
                    <a:gd name="T12" fmla="*/ 1 w 198"/>
                    <a:gd name="T13" fmla="*/ 0 h 219"/>
                    <a:gd name="T14" fmla="*/ 1 w 198"/>
                    <a:gd name="T15" fmla="*/ 0 h 219"/>
                    <a:gd name="T16" fmla="*/ 1 w 198"/>
                    <a:gd name="T17" fmla="*/ 0 h 219"/>
                    <a:gd name="T18" fmla="*/ 1 w 198"/>
                    <a:gd name="T19" fmla="*/ 0 h 219"/>
                    <a:gd name="T20" fmla="*/ 1 w 198"/>
                    <a:gd name="T21" fmla="*/ 0 h 219"/>
                    <a:gd name="T22" fmla="*/ 1 w 198"/>
                    <a:gd name="T23" fmla="*/ 0 h 219"/>
                    <a:gd name="T24" fmla="*/ 1 w 198"/>
                    <a:gd name="T25" fmla="*/ 0 h 219"/>
                    <a:gd name="T26" fmla="*/ 1 w 198"/>
                    <a:gd name="T27" fmla="*/ 0 h 219"/>
                    <a:gd name="T28" fmla="*/ 1 w 198"/>
                    <a:gd name="T29" fmla="*/ 0 h 219"/>
                    <a:gd name="T30" fmla="*/ 1 w 198"/>
                    <a:gd name="T31" fmla="*/ 0 h 219"/>
                    <a:gd name="T32" fmla="*/ 1 w 198"/>
                    <a:gd name="T33" fmla="*/ 0 h 219"/>
                    <a:gd name="T34" fmla="*/ 1 w 198"/>
                    <a:gd name="T35" fmla="*/ 0 h 219"/>
                    <a:gd name="T36" fmla="*/ 1 w 198"/>
                    <a:gd name="T37" fmla="*/ 0 h 219"/>
                    <a:gd name="T38" fmla="*/ 1 w 198"/>
                    <a:gd name="T39" fmla="*/ 0 h 219"/>
                    <a:gd name="T40" fmla="*/ 1 w 198"/>
                    <a:gd name="T41" fmla="*/ 0 h 219"/>
                    <a:gd name="T42" fmla="*/ 1 w 198"/>
                    <a:gd name="T43" fmla="*/ 0 h 219"/>
                    <a:gd name="T44" fmla="*/ 1 w 198"/>
                    <a:gd name="T45" fmla="*/ 0 h 219"/>
                    <a:gd name="T46" fmla="*/ 1 w 198"/>
                    <a:gd name="T47" fmla="*/ 0 h 219"/>
                    <a:gd name="T48" fmla="*/ 1 w 198"/>
                    <a:gd name="T49" fmla="*/ 0 h 219"/>
                    <a:gd name="T50" fmla="*/ 1 w 198"/>
                    <a:gd name="T51" fmla="*/ 0 h 219"/>
                    <a:gd name="T52" fmla="*/ 1 w 198"/>
                    <a:gd name="T53" fmla="*/ 0 h 219"/>
                    <a:gd name="T54" fmla="*/ 1 w 198"/>
                    <a:gd name="T55" fmla="*/ 0 h 219"/>
                    <a:gd name="T56" fmla="*/ 1 w 198"/>
                    <a:gd name="T57" fmla="*/ 0 h 219"/>
                    <a:gd name="T58" fmla="*/ 1 w 198"/>
                    <a:gd name="T59" fmla="*/ 0 h 219"/>
                    <a:gd name="T60" fmla="*/ 1 w 198"/>
                    <a:gd name="T61" fmla="*/ 0 h 219"/>
                    <a:gd name="T62" fmla="*/ 1 w 198"/>
                    <a:gd name="T63" fmla="*/ 0 h 219"/>
                    <a:gd name="T64" fmla="*/ 1 w 198"/>
                    <a:gd name="T65" fmla="*/ 0 h 219"/>
                    <a:gd name="T66" fmla="*/ 0 w 198"/>
                    <a:gd name="T67" fmla="*/ 0 h 219"/>
                    <a:gd name="T68" fmla="*/ 1 w 198"/>
                    <a:gd name="T69" fmla="*/ 0 h 219"/>
                    <a:gd name="T70" fmla="*/ 1 w 198"/>
                    <a:gd name="T71" fmla="*/ 0 h 219"/>
                    <a:gd name="T72" fmla="*/ 1 w 198"/>
                    <a:gd name="T73" fmla="*/ 0 h 219"/>
                    <a:gd name="T74" fmla="*/ 1 w 198"/>
                    <a:gd name="T75" fmla="*/ 0 h 219"/>
                    <a:gd name="T76" fmla="*/ 1 w 198"/>
                    <a:gd name="T77" fmla="*/ 0 h 219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98"/>
                    <a:gd name="T118" fmla="*/ 0 h 219"/>
                    <a:gd name="T119" fmla="*/ 198 w 198"/>
                    <a:gd name="T120" fmla="*/ 219 h 219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98" h="219">
                      <a:moveTo>
                        <a:pt x="95" y="216"/>
                      </a:moveTo>
                      <a:lnTo>
                        <a:pt x="116" y="218"/>
                      </a:lnTo>
                      <a:lnTo>
                        <a:pt x="134" y="219"/>
                      </a:lnTo>
                      <a:lnTo>
                        <a:pt x="149" y="218"/>
                      </a:lnTo>
                      <a:lnTo>
                        <a:pt x="163" y="216"/>
                      </a:lnTo>
                      <a:lnTo>
                        <a:pt x="174" y="214"/>
                      </a:lnTo>
                      <a:lnTo>
                        <a:pt x="181" y="210"/>
                      </a:lnTo>
                      <a:lnTo>
                        <a:pt x="189" y="206"/>
                      </a:lnTo>
                      <a:lnTo>
                        <a:pt x="192" y="204"/>
                      </a:lnTo>
                      <a:lnTo>
                        <a:pt x="194" y="204"/>
                      </a:lnTo>
                      <a:lnTo>
                        <a:pt x="194" y="203"/>
                      </a:lnTo>
                      <a:lnTo>
                        <a:pt x="196" y="199"/>
                      </a:lnTo>
                      <a:lnTo>
                        <a:pt x="198" y="197"/>
                      </a:lnTo>
                      <a:lnTo>
                        <a:pt x="198" y="190"/>
                      </a:lnTo>
                      <a:lnTo>
                        <a:pt x="196" y="182"/>
                      </a:lnTo>
                      <a:lnTo>
                        <a:pt x="192" y="171"/>
                      </a:lnTo>
                      <a:lnTo>
                        <a:pt x="189" y="158"/>
                      </a:lnTo>
                      <a:lnTo>
                        <a:pt x="187" y="152"/>
                      </a:lnTo>
                      <a:lnTo>
                        <a:pt x="185" y="146"/>
                      </a:lnTo>
                      <a:lnTo>
                        <a:pt x="183" y="143"/>
                      </a:lnTo>
                      <a:lnTo>
                        <a:pt x="183" y="137"/>
                      </a:lnTo>
                      <a:lnTo>
                        <a:pt x="181" y="135"/>
                      </a:lnTo>
                      <a:lnTo>
                        <a:pt x="179" y="131"/>
                      </a:lnTo>
                      <a:lnTo>
                        <a:pt x="179" y="130"/>
                      </a:lnTo>
                      <a:lnTo>
                        <a:pt x="179" y="128"/>
                      </a:lnTo>
                      <a:lnTo>
                        <a:pt x="178" y="118"/>
                      </a:lnTo>
                      <a:lnTo>
                        <a:pt x="176" y="107"/>
                      </a:lnTo>
                      <a:lnTo>
                        <a:pt x="174" y="98"/>
                      </a:lnTo>
                      <a:lnTo>
                        <a:pt x="174" y="88"/>
                      </a:lnTo>
                      <a:lnTo>
                        <a:pt x="174" y="86"/>
                      </a:lnTo>
                      <a:lnTo>
                        <a:pt x="174" y="83"/>
                      </a:lnTo>
                      <a:lnTo>
                        <a:pt x="174" y="81"/>
                      </a:lnTo>
                      <a:lnTo>
                        <a:pt x="174" y="79"/>
                      </a:lnTo>
                      <a:lnTo>
                        <a:pt x="172" y="66"/>
                      </a:lnTo>
                      <a:lnTo>
                        <a:pt x="170" y="55"/>
                      </a:lnTo>
                      <a:lnTo>
                        <a:pt x="170" y="43"/>
                      </a:lnTo>
                      <a:lnTo>
                        <a:pt x="168" y="36"/>
                      </a:lnTo>
                      <a:lnTo>
                        <a:pt x="166" y="21"/>
                      </a:lnTo>
                      <a:lnTo>
                        <a:pt x="159" y="10"/>
                      </a:lnTo>
                      <a:lnTo>
                        <a:pt x="148" y="4"/>
                      </a:lnTo>
                      <a:lnTo>
                        <a:pt x="131" y="2"/>
                      </a:lnTo>
                      <a:lnTo>
                        <a:pt x="116" y="0"/>
                      </a:lnTo>
                      <a:lnTo>
                        <a:pt x="101" y="0"/>
                      </a:lnTo>
                      <a:lnTo>
                        <a:pt x="88" y="8"/>
                      </a:lnTo>
                      <a:lnTo>
                        <a:pt x="80" y="21"/>
                      </a:lnTo>
                      <a:lnTo>
                        <a:pt x="76" y="28"/>
                      </a:lnTo>
                      <a:lnTo>
                        <a:pt x="73" y="38"/>
                      </a:lnTo>
                      <a:lnTo>
                        <a:pt x="67" y="49"/>
                      </a:lnTo>
                      <a:lnTo>
                        <a:pt x="61" y="60"/>
                      </a:lnTo>
                      <a:lnTo>
                        <a:pt x="61" y="62"/>
                      </a:lnTo>
                      <a:lnTo>
                        <a:pt x="61" y="64"/>
                      </a:lnTo>
                      <a:lnTo>
                        <a:pt x="60" y="66"/>
                      </a:lnTo>
                      <a:lnTo>
                        <a:pt x="58" y="66"/>
                      </a:lnTo>
                      <a:lnTo>
                        <a:pt x="56" y="77"/>
                      </a:lnTo>
                      <a:lnTo>
                        <a:pt x="50" y="86"/>
                      </a:lnTo>
                      <a:lnTo>
                        <a:pt x="45" y="96"/>
                      </a:lnTo>
                      <a:lnTo>
                        <a:pt x="39" y="105"/>
                      </a:lnTo>
                      <a:lnTo>
                        <a:pt x="39" y="107"/>
                      </a:lnTo>
                      <a:lnTo>
                        <a:pt x="37" y="109"/>
                      </a:lnTo>
                      <a:lnTo>
                        <a:pt x="33" y="115"/>
                      </a:lnTo>
                      <a:lnTo>
                        <a:pt x="30" y="120"/>
                      </a:lnTo>
                      <a:lnTo>
                        <a:pt x="26" y="126"/>
                      </a:lnTo>
                      <a:lnTo>
                        <a:pt x="22" y="130"/>
                      </a:lnTo>
                      <a:lnTo>
                        <a:pt x="13" y="141"/>
                      </a:lnTo>
                      <a:lnTo>
                        <a:pt x="5" y="150"/>
                      </a:lnTo>
                      <a:lnTo>
                        <a:pt x="2" y="160"/>
                      </a:lnTo>
                      <a:lnTo>
                        <a:pt x="0" y="167"/>
                      </a:lnTo>
                      <a:lnTo>
                        <a:pt x="0" y="169"/>
                      </a:lnTo>
                      <a:lnTo>
                        <a:pt x="2" y="171"/>
                      </a:lnTo>
                      <a:lnTo>
                        <a:pt x="3" y="171"/>
                      </a:lnTo>
                      <a:lnTo>
                        <a:pt x="3" y="173"/>
                      </a:lnTo>
                      <a:lnTo>
                        <a:pt x="7" y="176"/>
                      </a:lnTo>
                      <a:lnTo>
                        <a:pt x="13" y="182"/>
                      </a:lnTo>
                      <a:lnTo>
                        <a:pt x="20" y="188"/>
                      </a:lnTo>
                      <a:lnTo>
                        <a:pt x="30" y="193"/>
                      </a:lnTo>
                      <a:lnTo>
                        <a:pt x="43" y="201"/>
                      </a:lnTo>
                      <a:lnTo>
                        <a:pt x="58" y="206"/>
                      </a:lnTo>
                      <a:lnTo>
                        <a:pt x="75" y="212"/>
                      </a:lnTo>
                      <a:lnTo>
                        <a:pt x="95" y="216"/>
                      </a:lnTo>
                      <a:close/>
                    </a:path>
                  </a:pathLst>
                </a:custGeom>
                <a:solidFill>
                  <a:srgbClr val="7A111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2" name="Freeform 46"/>
                <p:cNvSpPr/>
                <p:nvPr/>
              </p:nvSpPr>
              <p:spPr bwMode="auto">
                <a:xfrm>
                  <a:off x="543" y="288"/>
                  <a:ext cx="100" cy="29"/>
                </a:xfrm>
                <a:custGeom>
                  <a:avLst/>
                  <a:gdLst>
                    <a:gd name="T0" fmla="*/ 1 w 198"/>
                    <a:gd name="T1" fmla="*/ 1 h 58"/>
                    <a:gd name="T2" fmla="*/ 1 w 198"/>
                    <a:gd name="T3" fmla="*/ 1 h 58"/>
                    <a:gd name="T4" fmla="*/ 1 w 198"/>
                    <a:gd name="T5" fmla="*/ 1 h 58"/>
                    <a:gd name="T6" fmla="*/ 1 w 198"/>
                    <a:gd name="T7" fmla="*/ 1 h 58"/>
                    <a:gd name="T8" fmla="*/ 1 w 198"/>
                    <a:gd name="T9" fmla="*/ 1 h 58"/>
                    <a:gd name="T10" fmla="*/ 1 w 198"/>
                    <a:gd name="T11" fmla="*/ 1 h 58"/>
                    <a:gd name="T12" fmla="*/ 1 w 198"/>
                    <a:gd name="T13" fmla="*/ 1 h 58"/>
                    <a:gd name="T14" fmla="*/ 1 w 198"/>
                    <a:gd name="T15" fmla="*/ 1 h 58"/>
                    <a:gd name="T16" fmla="*/ 1 w 198"/>
                    <a:gd name="T17" fmla="*/ 1 h 58"/>
                    <a:gd name="T18" fmla="*/ 1 w 198"/>
                    <a:gd name="T19" fmla="*/ 1 h 58"/>
                    <a:gd name="T20" fmla="*/ 1 w 198"/>
                    <a:gd name="T21" fmla="*/ 1 h 58"/>
                    <a:gd name="T22" fmla="*/ 1 w 198"/>
                    <a:gd name="T23" fmla="*/ 1 h 58"/>
                    <a:gd name="T24" fmla="*/ 1 w 198"/>
                    <a:gd name="T25" fmla="*/ 1 h 58"/>
                    <a:gd name="T26" fmla="*/ 1 w 198"/>
                    <a:gd name="T27" fmla="*/ 1 h 58"/>
                    <a:gd name="T28" fmla="*/ 1 w 198"/>
                    <a:gd name="T29" fmla="*/ 1 h 58"/>
                    <a:gd name="T30" fmla="*/ 1 w 198"/>
                    <a:gd name="T31" fmla="*/ 1 h 58"/>
                    <a:gd name="T32" fmla="*/ 1 w 198"/>
                    <a:gd name="T33" fmla="*/ 1 h 58"/>
                    <a:gd name="T34" fmla="*/ 1 w 198"/>
                    <a:gd name="T35" fmla="*/ 0 h 58"/>
                    <a:gd name="T36" fmla="*/ 1 w 198"/>
                    <a:gd name="T37" fmla="*/ 1 h 58"/>
                    <a:gd name="T38" fmla="*/ 1 w 198"/>
                    <a:gd name="T39" fmla="*/ 1 h 58"/>
                    <a:gd name="T40" fmla="*/ 0 w 198"/>
                    <a:gd name="T41" fmla="*/ 1 h 58"/>
                    <a:gd name="T42" fmla="*/ 0 w 198"/>
                    <a:gd name="T43" fmla="*/ 1 h 58"/>
                    <a:gd name="T44" fmla="*/ 1 w 198"/>
                    <a:gd name="T45" fmla="*/ 1 h 58"/>
                    <a:gd name="T46" fmla="*/ 1 w 198"/>
                    <a:gd name="T47" fmla="*/ 1 h 58"/>
                    <a:gd name="T48" fmla="*/ 1 w 198"/>
                    <a:gd name="T49" fmla="*/ 1 h 58"/>
                    <a:gd name="T50" fmla="*/ 1 w 198"/>
                    <a:gd name="T51" fmla="*/ 1 h 58"/>
                    <a:gd name="T52" fmla="*/ 1 w 198"/>
                    <a:gd name="T53" fmla="*/ 1 h 58"/>
                    <a:gd name="T54" fmla="*/ 1 w 198"/>
                    <a:gd name="T55" fmla="*/ 1 h 58"/>
                    <a:gd name="T56" fmla="*/ 1 w 198"/>
                    <a:gd name="T57" fmla="*/ 1 h 58"/>
                    <a:gd name="T58" fmla="*/ 1 w 198"/>
                    <a:gd name="T59" fmla="*/ 1 h 58"/>
                    <a:gd name="T60" fmla="*/ 1 w 198"/>
                    <a:gd name="T61" fmla="*/ 1 h 58"/>
                    <a:gd name="T62" fmla="*/ 1 w 198"/>
                    <a:gd name="T63" fmla="*/ 1 h 58"/>
                    <a:gd name="T64" fmla="*/ 1 w 198"/>
                    <a:gd name="T65" fmla="*/ 1 h 58"/>
                    <a:gd name="T66" fmla="*/ 1 w 198"/>
                    <a:gd name="T67" fmla="*/ 1 h 58"/>
                    <a:gd name="T68" fmla="*/ 1 w 198"/>
                    <a:gd name="T69" fmla="*/ 1 h 58"/>
                    <a:gd name="T70" fmla="*/ 1 w 198"/>
                    <a:gd name="T71" fmla="*/ 1 h 58"/>
                    <a:gd name="T72" fmla="*/ 1 w 198"/>
                    <a:gd name="T73" fmla="*/ 1 h 58"/>
                    <a:gd name="T74" fmla="*/ 1 w 198"/>
                    <a:gd name="T75" fmla="*/ 1 h 58"/>
                    <a:gd name="T76" fmla="*/ 1 w 198"/>
                    <a:gd name="T77" fmla="*/ 1 h 58"/>
                    <a:gd name="T78" fmla="*/ 1 w 198"/>
                    <a:gd name="T79" fmla="*/ 1 h 58"/>
                    <a:gd name="T80" fmla="*/ 1 w 198"/>
                    <a:gd name="T81" fmla="*/ 1 h 58"/>
                    <a:gd name="T82" fmla="*/ 1 w 198"/>
                    <a:gd name="T83" fmla="*/ 1 h 58"/>
                    <a:gd name="T84" fmla="*/ 1 w 198"/>
                    <a:gd name="T85" fmla="*/ 1 h 58"/>
                    <a:gd name="T86" fmla="*/ 1 w 198"/>
                    <a:gd name="T87" fmla="*/ 1 h 58"/>
                    <a:gd name="T88" fmla="*/ 1 w 198"/>
                    <a:gd name="T89" fmla="*/ 1 h 58"/>
                    <a:gd name="T90" fmla="*/ 1 w 198"/>
                    <a:gd name="T91" fmla="*/ 1 h 58"/>
                    <a:gd name="T92" fmla="*/ 1 w 198"/>
                    <a:gd name="T93" fmla="*/ 1 h 58"/>
                    <a:gd name="T94" fmla="*/ 1 w 198"/>
                    <a:gd name="T95" fmla="*/ 1 h 58"/>
                    <a:gd name="T96" fmla="*/ 1 w 198"/>
                    <a:gd name="T97" fmla="*/ 1 h 58"/>
                    <a:gd name="T98" fmla="*/ 1 w 198"/>
                    <a:gd name="T99" fmla="*/ 1 h 58"/>
                    <a:gd name="T100" fmla="*/ 1 w 198"/>
                    <a:gd name="T101" fmla="*/ 1 h 58"/>
                    <a:gd name="T102" fmla="*/ 1 w 198"/>
                    <a:gd name="T103" fmla="*/ 1 h 58"/>
                    <a:gd name="T104" fmla="*/ 1 w 198"/>
                    <a:gd name="T105" fmla="*/ 1 h 58"/>
                    <a:gd name="T106" fmla="*/ 1 w 198"/>
                    <a:gd name="T107" fmla="*/ 1 h 58"/>
                    <a:gd name="T108" fmla="*/ 1 w 198"/>
                    <a:gd name="T109" fmla="*/ 1 h 58"/>
                    <a:gd name="T110" fmla="*/ 1 w 198"/>
                    <a:gd name="T111" fmla="*/ 1 h 58"/>
                    <a:gd name="T112" fmla="*/ 1 w 198"/>
                    <a:gd name="T113" fmla="*/ 1 h 58"/>
                    <a:gd name="T114" fmla="*/ 1 w 198"/>
                    <a:gd name="T115" fmla="*/ 1 h 58"/>
                    <a:gd name="T116" fmla="*/ 1 w 198"/>
                    <a:gd name="T117" fmla="*/ 1 h 58"/>
                    <a:gd name="T118" fmla="*/ 1 w 198"/>
                    <a:gd name="T119" fmla="*/ 1 h 58"/>
                    <a:gd name="T120" fmla="*/ 1 w 198"/>
                    <a:gd name="T121" fmla="*/ 1 h 58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58"/>
                    <a:gd name="T185" fmla="*/ 198 w 198"/>
                    <a:gd name="T186" fmla="*/ 58 h 58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58">
                      <a:moveTo>
                        <a:pt x="80" y="9"/>
                      </a:moveTo>
                      <a:lnTo>
                        <a:pt x="99" y="11"/>
                      </a:lnTo>
                      <a:lnTo>
                        <a:pt x="116" y="13"/>
                      </a:lnTo>
                      <a:lnTo>
                        <a:pt x="131" y="19"/>
                      </a:lnTo>
                      <a:lnTo>
                        <a:pt x="146" y="23"/>
                      </a:lnTo>
                      <a:lnTo>
                        <a:pt x="161" y="30"/>
                      </a:lnTo>
                      <a:lnTo>
                        <a:pt x="172" y="36"/>
                      </a:lnTo>
                      <a:lnTo>
                        <a:pt x="183" y="45"/>
                      </a:lnTo>
                      <a:lnTo>
                        <a:pt x="192" y="52"/>
                      </a:lnTo>
                      <a:lnTo>
                        <a:pt x="194" y="52"/>
                      </a:lnTo>
                      <a:lnTo>
                        <a:pt x="194" y="51"/>
                      </a:lnTo>
                      <a:lnTo>
                        <a:pt x="196" y="47"/>
                      </a:lnTo>
                      <a:lnTo>
                        <a:pt x="198" y="45"/>
                      </a:lnTo>
                      <a:lnTo>
                        <a:pt x="181" y="30"/>
                      </a:lnTo>
                      <a:lnTo>
                        <a:pt x="159" y="19"/>
                      </a:lnTo>
                      <a:lnTo>
                        <a:pt x="133" y="9"/>
                      </a:lnTo>
                      <a:lnTo>
                        <a:pt x="105" y="4"/>
                      </a:lnTo>
                      <a:lnTo>
                        <a:pt x="76" y="0"/>
                      </a:lnTo>
                      <a:lnTo>
                        <a:pt x="48" y="2"/>
                      </a:lnTo>
                      <a:lnTo>
                        <a:pt x="22" y="6"/>
                      </a:lnTo>
                      <a:lnTo>
                        <a:pt x="0" y="15"/>
                      </a:lnTo>
                      <a:lnTo>
                        <a:pt x="0" y="17"/>
                      </a:lnTo>
                      <a:lnTo>
                        <a:pt x="2" y="19"/>
                      </a:lnTo>
                      <a:lnTo>
                        <a:pt x="3" y="19"/>
                      </a:lnTo>
                      <a:lnTo>
                        <a:pt x="3" y="21"/>
                      </a:lnTo>
                      <a:lnTo>
                        <a:pt x="11" y="17"/>
                      </a:lnTo>
                      <a:lnTo>
                        <a:pt x="20" y="15"/>
                      </a:lnTo>
                      <a:lnTo>
                        <a:pt x="28" y="13"/>
                      </a:lnTo>
                      <a:lnTo>
                        <a:pt x="37" y="11"/>
                      </a:lnTo>
                      <a:lnTo>
                        <a:pt x="45" y="11"/>
                      </a:lnTo>
                      <a:lnTo>
                        <a:pt x="54" y="9"/>
                      </a:lnTo>
                      <a:lnTo>
                        <a:pt x="63" y="9"/>
                      </a:lnTo>
                      <a:lnTo>
                        <a:pt x="73" y="9"/>
                      </a:lnTo>
                      <a:lnTo>
                        <a:pt x="71" y="11"/>
                      </a:lnTo>
                      <a:lnTo>
                        <a:pt x="69" y="15"/>
                      </a:lnTo>
                      <a:lnTo>
                        <a:pt x="67" y="19"/>
                      </a:lnTo>
                      <a:lnTo>
                        <a:pt x="67" y="21"/>
                      </a:lnTo>
                      <a:lnTo>
                        <a:pt x="61" y="23"/>
                      </a:lnTo>
                      <a:lnTo>
                        <a:pt x="56" y="24"/>
                      </a:lnTo>
                      <a:lnTo>
                        <a:pt x="52" y="28"/>
                      </a:lnTo>
                      <a:lnTo>
                        <a:pt x="48" y="30"/>
                      </a:lnTo>
                      <a:lnTo>
                        <a:pt x="48" y="34"/>
                      </a:lnTo>
                      <a:lnTo>
                        <a:pt x="48" y="39"/>
                      </a:lnTo>
                      <a:lnTo>
                        <a:pt x="50" y="47"/>
                      </a:lnTo>
                      <a:lnTo>
                        <a:pt x="54" y="52"/>
                      </a:lnTo>
                      <a:lnTo>
                        <a:pt x="56" y="54"/>
                      </a:lnTo>
                      <a:lnTo>
                        <a:pt x="58" y="54"/>
                      </a:lnTo>
                      <a:lnTo>
                        <a:pt x="60" y="56"/>
                      </a:lnTo>
                      <a:lnTo>
                        <a:pt x="61" y="58"/>
                      </a:lnTo>
                      <a:lnTo>
                        <a:pt x="69" y="56"/>
                      </a:lnTo>
                      <a:lnTo>
                        <a:pt x="75" y="52"/>
                      </a:lnTo>
                      <a:lnTo>
                        <a:pt x="76" y="49"/>
                      </a:lnTo>
                      <a:lnTo>
                        <a:pt x="80" y="43"/>
                      </a:lnTo>
                      <a:lnTo>
                        <a:pt x="80" y="39"/>
                      </a:lnTo>
                      <a:lnTo>
                        <a:pt x="80" y="34"/>
                      </a:lnTo>
                      <a:lnTo>
                        <a:pt x="78" y="26"/>
                      </a:lnTo>
                      <a:lnTo>
                        <a:pt x="73" y="21"/>
                      </a:lnTo>
                      <a:lnTo>
                        <a:pt x="73" y="19"/>
                      </a:lnTo>
                      <a:lnTo>
                        <a:pt x="75" y="15"/>
                      </a:lnTo>
                      <a:lnTo>
                        <a:pt x="78" y="11"/>
                      </a:lnTo>
                      <a:lnTo>
                        <a:pt x="80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3" name="Freeform 47"/>
                <p:cNvSpPr/>
                <p:nvPr/>
              </p:nvSpPr>
              <p:spPr bwMode="auto">
                <a:xfrm>
                  <a:off x="569" y="314"/>
                  <a:ext cx="5" cy="7"/>
                </a:xfrm>
                <a:custGeom>
                  <a:avLst/>
                  <a:gdLst>
                    <a:gd name="T0" fmla="*/ 0 w 11"/>
                    <a:gd name="T1" fmla="*/ 0 h 15"/>
                    <a:gd name="T2" fmla="*/ 0 w 11"/>
                    <a:gd name="T3" fmla="*/ 0 h 15"/>
                    <a:gd name="T4" fmla="*/ 0 w 11"/>
                    <a:gd name="T5" fmla="*/ 0 h 15"/>
                    <a:gd name="T6" fmla="*/ 0 w 11"/>
                    <a:gd name="T7" fmla="*/ 0 h 15"/>
                    <a:gd name="T8" fmla="*/ 0 w 11"/>
                    <a:gd name="T9" fmla="*/ 0 h 15"/>
                    <a:gd name="T10" fmla="*/ 0 w 11"/>
                    <a:gd name="T11" fmla="*/ 0 h 15"/>
                    <a:gd name="T12" fmla="*/ 0 w 11"/>
                    <a:gd name="T13" fmla="*/ 0 h 15"/>
                    <a:gd name="T14" fmla="*/ 0 w 11"/>
                    <a:gd name="T15" fmla="*/ 0 h 15"/>
                    <a:gd name="T16" fmla="*/ 0 w 11"/>
                    <a:gd name="T17" fmla="*/ 0 h 15"/>
                    <a:gd name="T18" fmla="*/ 0 w 11"/>
                    <a:gd name="T19" fmla="*/ 0 h 15"/>
                    <a:gd name="T20" fmla="*/ 0 w 11"/>
                    <a:gd name="T21" fmla="*/ 0 h 15"/>
                    <a:gd name="T22" fmla="*/ 0 w 11"/>
                    <a:gd name="T23" fmla="*/ 0 h 15"/>
                    <a:gd name="T24" fmla="*/ 0 w 11"/>
                    <a:gd name="T25" fmla="*/ 0 h 15"/>
                    <a:gd name="T26" fmla="*/ 0 w 11"/>
                    <a:gd name="T27" fmla="*/ 0 h 15"/>
                    <a:gd name="T28" fmla="*/ 0 w 11"/>
                    <a:gd name="T29" fmla="*/ 0 h 15"/>
                    <a:gd name="T30" fmla="*/ 0 w 11"/>
                    <a:gd name="T31" fmla="*/ 0 h 1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1"/>
                    <a:gd name="T49" fmla="*/ 0 h 15"/>
                    <a:gd name="T50" fmla="*/ 11 w 11"/>
                    <a:gd name="T51" fmla="*/ 15 h 1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1" h="15">
                      <a:moveTo>
                        <a:pt x="4" y="0"/>
                      </a:moveTo>
                      <a:lnTo>
                        <a:pt x="6" y="2"/>
                      </a:lnTo>
                      <a:lnTo>
                        <a:pt x="8" y="2"/>
                      </a:lnTo>
                      <a:lnTo>
                        <a:pt x="10" y="4"/>
                      </a:lnTo>
                      <a:lnTo>
                        <a:pt x="11" y="6"/>
                      </a:lnTo>
                      <a:lnTo>
                        <a:pt x="11" y="8"/>
                      </a:lnTo>
                      <a:lnTo>
                        <a:pt x="11" y="10"/>
                      </a:lnTo>
                      <a:lnTo>
                        <a:pt x="10" y="12"/>
                      </a:lnTo>
                      <a:lnTo>
                        <a:pt x="6" y="12"/>
                      </a:lnTo>
                      <a:lnTo>
                        <a:pt x="6" y="15"/>
                      </a:lnTo>
                      <a:lnTo>
                        <a:pt x="4" y="15"/>
                      </a:lnTo>
                      <a:lnTo>
                        <a:pt x="4" y="12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0" y="4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7A111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4" name="Freeform 48"/>
                <p:cNvSpPr/>
                <p:nvPr/>
              </p:nvSpPr>
              <p:spPr bwMode="auto">
                <a:xfrm>
                  <a:off x="689" y="774"/>
                  <a:ext cx="10" cy="16"/>
                </a:xfrm>
                <a:custGeom>
                  <a:avLst/>
                  <a:gdLst>
                    <a:gd name="T0" fmla="*/ 0 w 18"/>
                    <a:gd name="T1" fmla="*/ 0 h 34"/>
                    <a:gd name="T2" fmla="*/ 0 w 18"/>
                    <a:gd name="T3" fmla="*/ 0 h 34"/>
                    <a:gd name="T4" fmla="*/ 0 w 18"/>
                    <a:gd name="T5" fmla="*/ 0 h 34"/>
                    <a:gd name="T6" fmla="*/ 0 w 18"/>
                    <a:gd name="T7" fmla="*/ 0 h 34"/>
                    <a:gd name="T8" fmla="*/ 0 w 18"/>
                    <a:gd name="T9" fmla="*/ 0 h 34"/>
                    <a:gd name="T10" fmla="*/ 1 w 18"/>
                    <a:gd name="T11" fmla="*/ 0 h 34"/>
                    <a:gd name="T12" fmla="*/ 1 w 18"/>
                    <a:gd name="T13" fmla="*/ 0 h 34"/>
                    <a:gd name="T14" fmla="*/ 1 w 18"/>
                    <a:gd name="T15" fmla="*/ 0 h 34"/>
                    <a:gd name="T16" fmla="*/ 1 w 18"/>
                    <a:gd name="T17" fmla="*/ 0 h 34"/>
                    <a:gd name="T18" fmla="*/ 1 w 18"/>
                    <a:gd name="T19" fmla="*/ 0 h 34"/>
                    <a:gd name="T20" fmla="*/ 0 w 18"/>
                    <a:gd name="T21" fmla="*/ 0 h 3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8"/>
                    <a:gd name="T34" fmla="*/ 0 h 34"/>
                    <a:gd name="T35" fmla="*/ 18 w 18"/>
                    <a:gd name="T36" fmla="*/ 34 h 34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8" h="34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9"/>
                      </a:lnTo>
                      <a:lnTo>
                        <a:pt x="0" y="30"/>
                      </a:lnTo>
                      <a:lnTo>
                        <a:pt x="0" y="34"/>
                      </a:lnTo>
                      <a:lnTo>
                        <a:pt x="9" y="34"/>
                      </a:lnTo>
                      <a:lnTo>
                        <a:pt x="18" y="34"/>
                      </a:lnTo>
                      <a:lnTo>
                        <a:pt x="18" y="30"/>
                      </a:lnTo>
                      <a:lnTo>
                        <a:pt x="18" y="19"/>
                      </a:lnTo>
                      <a:lnTo>
                        <a:pt x="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5" name="Freeform 49"/>
                <p:cNvSpPr/>
                <p:nvPr/>
              </p:nvSpPr>
              <p:spPr bwMode="auto">
                <a:xfrm>
                  <a:off x="502" y="687"/>
                  <a:ext cx="197" cy="87"/>
                </a:xfrm>
                <a:custGeom>
                  <a:avLst/>
                  <a:gdLst>
                    <a:gd name="T0" fmla="*/ 1 w 393"/>
                    <a:gd name="T1" fmla="*/ 1 h 172"/>
                    <a:gd name="T2" fmla="*/ 1 w 393"/>
                    <a:gd name="T3" fmla="*/ 1 h 172"/>
                    <a:gd name="T4" fmla="*/ 1 w 393"/>
                    <a:gd name="T5" fmla="*/ 1 h 172"/>
                    <a:gd name="T6" fmla="*/ 1 w 393"/>
                    <a:gd name="T7" fmla="*/ 1 h 172"/>
                    <a:gd name="T8" fmla="*/ 1 w 393"/>
                    <a:gd name="T9" fmla="*/ 1 h 172"/>
                    <a:gd name="T10" fmla="*/ 1 w 393"/>
                    <a:gd name="T11" fmla="*/ 1 h 172"/>
                    <a:gd name="T12" fmla="*/ 1 w 393"/>
                    <a:gd name="T13" fmla="*/ 1 h 172"/>
                    <a:gd name="T14" fmla="*/ 1 w 393"/>
                    <a:gd name="T15" fmla="*/ 1 h 172"/>
                    <a:gd name="T16" fmla="*/ 1 w 393"/>
                    <a:gd name="T17" fmla="*/ 1 h 172"/>
                    <a:gd name="T18" fmla="*/ 1 w 393"/>
                    <a:gd name="T19" fmla="*/ 1 h 172"/>
                    <a:gd name="T20" fmla="*/ 1 w 393"/>
                    <a:gd name="T21" fmla="*/ 1 h 172"/>
                    <a:gd name="T22" fmla="*/ 1 w 393"/>
                    <a:gd name="T23" fmla="*/ 1 h 172"/>
                    <a:gd name="T24" fmla="*/ 1 w 393"/>
                    <a:gd name="T25" fmla="*/ 1 h 172"/>
                    <a:gd name="T26" fmla="*/ 1 w 393"/>
                    <a:gd name="T27" fmla="*/ 1 h 172"/>
                    <a:gd name="T28" fmla="*/ 1 w 393"/>
                    <a:gd name="T29" fmla="*/ 1 h 172"/>
                    <a:gd name="T30" fmla="*/ 1 w 393"/>
                    <a:gd name="T31" fmla="*/ 1 h 172"/>
                    <a:gd name="T32" fmla="*/ 1 w 393"/>
                    <a:gd name="T33" fmla="*/ 1 h 172"/>
                    <a:gd name="T34" fmla="*/ 1 w 393"/>
                    <a:gd name="T35" fmla="*/ 1 h 172"/>
                    <a:gd name="T36" fmla="*/ 1 w 393"/>
                    <a:gd name="T37" fmla="*/ 1 h 172"/>
                    <a:gd name="T38" fmla="*/ 1 w 393"/>
                    <a:gd name="T39" fmla="*/ 1 h 172"/>
                    <a:gd name="T40" fmla="*/ 1 w 393"/>
                    <a:gd name="T41" fmla="*/ 1 h 172"/>
                    <a:gd name="T42" fmla="*/ 1 w 393"/>
                    <a:gd name="T43" fmla="*/ 1 h 172"/>
                    <a:gd name="T44" fmla="*/ 1 w 393"/>
                    <a:gd name="T45" fmla="*/ 1 h 172"/>
                    <a:gd name="T46" fmla="*/ 1 w 393"/>
                    <a:gd name="T47" fmla="*/ 1 h 172"/>
                    <a:gd name="T48" fmla="*/ 1 w 393"/>
                    <a:gd name="T49" fmla="*/ 1 h 172"/>
                    <a:gd name="T50" fmla="*/ 1 w 393"/>
                    <a:gd name="T51" fmla="*/ 1 h 172"/>
                    <a:gd name="T52" fmla="*/ 1 w 393"/>
                    <a:gd name="T53" fmla="*/ 0 h 172"/>
                    <a:gd name="T54" fmla="*/ 1 w 393"/>
                    <a:gd name="T55" fmla="*/ 1 h 172"/>
                    <a:gd name="T56" fmla="*/ 1 w 393"/>
                    <a:gd name="T57" fmla="*/ 1 h 172"/>
                    <a:gd name="T58" fmla="*/ 1 w 393"/>
                    <a:gd name="T59" fmla="*/ 1 h 172"/>
                    <a:gd name="T60" fmla="*/ 1 w 393"/>
                    <a:gd name="T61" fmla="*/ 1 h 172"/>
                    <a:gd name="T62" fmla="*/ 1 w 393"/>
                    <a:gd name="T63" fmla="*/ 1 h 172"/>
                    <a:gd name="T64" fmla="*/ 1 w 393"/>
                    <a:gd name="T65" fmla="*/ 1 h 172"/>
                    <a:gd name="T66" fmla="*/ 1 w 393"/>
                    <a:gd name="T67" fmla="*/ 1 h 172"/>
                    <a:gd name="T68" fmla="*/ 0 w 393"/>
                    <a:gd name="T69" fmla="*/ 1 h 172"/>
                    <a:gd name="T70" fmla="*/ 1 w 393"/>
                    <a:gd name="T71" fmla="*/ 1 h 172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393"/>
                    <a:gd name="T109" fmla="*/ 0 h 172"/>
                    <a:gd name="T110" fmla="*/ 393 w 393"/>
                    <a:gd name="T111" fmla="*/ 172 h 172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393" h="172">
                      <a:moveTo>
                        <a:pt x="19" y="172"/>
                      </a:moveTo>
                      <a:lnTo>
                        <a:pt x="19" y="172"/>
                      </a:lnTo>
                      <a:lnTo>
                        <a:pt x="23" y="135"/>
                      </a:lnTo>
                      <a:lnTo>
                        <a:pt x="34" y="103"/>
                      </a:lnTo>
                      <a:lnTo>
                        <a:pt x="51" y="77"/>
                      </a:lnTo>
                      <a:lnTo>
                        <a:pt x="73" y="56"/>
                      </a:lnTo>
                      <a:lnTo>
                        <a:pt x="100" y="37"/>
                      </a:lnTo>
                      <a:lnTo>
                        <a:pt x="130" y="28"/>
                      </a:lnTo>
                      <a:lnTo>
                        <a:pt x="161" y="20"/>
                      </a:lnTo>
                      <a:lnTo>
                        <a:pt x="197" y="19"/>
                      </a:lnTo>
                      <a:lnTo>
                        <a:pt x="232" y="22"/>
                      </a:lnTo>
                      <a:lnTo>
                        <a:pt x="264" y="30"/>
                      </a:lnTo>
                      <a:lnTo>
                        <a:pt x="294" y="41"/>
                      </a:lnTo>
                      <a:lnTo>
                        <a:pt x="320" y="60"/>
                      </a:lnTo>
                      <a:lnTo>
                        <a:pt x="343" y="80"/>
                      </a:lnTo>
                      <a:lnTo>
                        <a:pt x="360" y="107"/>
                      </a:lnTo>
                      <a:lnTo>
                        <a:pt x="371" y="137"/>
                      </a:lnTo>
                      <a:lnTo>
                        <a:pt x="375" y="172"/>
                      </a:lnTo>
                      <a:lnTo>
                        <a:pt x="393" y="172"/>
                      </a:lnTo>
                      <a:lnTo>
                        <a:pt x="390" y="133"/>
                      </a:lnTo>
                      <a:lnTo>
                        <a:pt x="375" y="99"/>
                      </a:lnTo>
                      <a:lnTo>
                        <a:pt x="358" y="69"/>
                      </a:lnTo>
                      <a:lnTo>
                        <a:pt x="332" y="45"/>
                      </a:lnTo>
                      <a:lnTo>
                        <a:pt x="302" y="26"/>
                      </a:lnTo>
                      <a:lnTo>
                        <a:pt x="268" y="11"/>
                      </a:lnTo>
                      <a:lnTo>
                        <a:pt x="232" y="4"/>
                      </a:lnTo>
                      <a:lnTo>
                        <a:pt x="197" y="0"/>
                      </a:lnTo>
                      <a:lnTo>
                        <a:pt x="161" y="2"/>
                      </a:lnTo>
                      <a:lnTo>
                        <a:pt x="126" y="9"/>
                      </a:lnTo>
                      <a:lnTo>
                        <a:pt x="92" y="22"/>
                      </a:lnTo>
                      <a:lnTo>
                        <a:pt x="62" y="41"/>
                      </a:lnTo>
                      <a:lnTo>
                        <a:pt x="36" y="65"/>
                      </a:lnTo>
                      <a:lnTo>
                        <a:pt x="19" y="95"/>
                      </a:lnTo>
                      <a:lnTo>
                        <a:pt x="4" y="131"/>
                      </a:lnTo>
                      <a:lnTo>
                        <a:pt x="0" y="172"/>
                      </a:lnTo>
                      <a:lnTo>
                        <a:pt x="19" y="17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6" name="Freeform 50"/>
                <p:cNvSpPr/>
                <p:nvPr/>
              </p:nvSpPr>
              <p:spPr bwMode="auto">
                <a:xfrm>
                  <a:off x="502" y="774"/>
                  <a:ext cx="10" cy="21"/>
                </a:xfrm>
                <a:custGeom>
                  <a:avLst/>
                  <a:gdLst>
                    <a:gd name="T0" fmla="*/ 1 w 19"/>
                    <a:gd name="T1" fmla="*/ 0 h 43"/>
                    <a:gd name="T2" fmla="*/ 1 w 19"/>
                    <a:gd name="T3" fmla="*/ 0 h 43"/>
                    <a:gd name="T4" fmla="*/ 1 w 19"/>
                    <a:gd name="T5" fmla="*/ 0 h 43"/>
                    <a:gd name="T6" fmla="*/ 1 w 19"/>
                    <a:gd name="T7" fmla="*/ 0 h 43"/>
                    <a:gd name="T8" fmla="*/ 1 w 19"/>
                    <a:gd name="T9" fmla="*/ 0 h 43"/>
                    <a:gd name="T10" fmla="*/ 1 w 19"/>
                    <a:gd name="T11" fmla="*/ 0 h 43"/>
                    <a:gd name="T12" fmla="*/ 0 w 19"/>
                    <a:gd name="T13" fmla="*/ 0 h 43"/>
                    <a:gd name="T14" fmla="*/ 0 w 19"/>
                    <a:gd name="T15" fmla="*/ 0 h 43"/>
                    <a:gd name="T16" fmla="*/ 0 w 19"/>
                    <a:gd name="T17" fmla="*/ 0 h 43"/>
                    <a:gd name="T18" fmla="*/ 0 w 19"/>
                    <a:gd name="T19" fmla="*/ 0 h 43"/>
                    <a:gd name="T20" fmla="*/ 1 w 19"/>
                    <a:gd name="T21" fmla="*/ 0 h 43"/>
                    <a:gd name="T22" fmla="*/ 1 w 19"/>
                    <a:gd name="T23" fmla="*/ 0 h 43"/>
                    <a:gd name="T24" fmla="*/ 0 w 19"/>
                    <a:gd name="T25" fmla="*/ 0 h 43"/>
                    <a:gd name="T26" fmla="*/ 0 w 19"/>
                    <a:gd name="T27" fmla="*/ 0 h 43"/>
                    <a:gd name="T28" fmla="*/ 1 w 19"/>
                    <a:gd name="T29" fmla="*/ 0 h 43"/>
                    <a:gd name="T30" fmla="*/ 1 w 19"/>
                    <a:gd name="T31" fmla="*/ 0 h 4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9"/>
                    <a:gd name="T49" fmla="*/ 0 h 43"/>
                    <a:gd name="T50" fmla="*/ 19 w 19"/>
                    <a:gd name="T51" fmla="*/ 43 h 43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9" h="43">
                      <a:moveTo>
                        <a:pt x="10" y="25"/>
                      </a:moveTo>
                      <a:lnTo>
                        <a:pt x="10" y="34"/>
                      </a:lnTo>
                      <a:lnTo>
                        <a:pt x="19" y="34"/>
                      </a:lnTo>
                      <a:lnTo>
                        <a:pt x="19" y="30"/>
                      </a:lnTo>
                      <a:lnTo>
                        <a:pt x="19" y="19"/>
                      </a:ln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19"/>
                      </a:lnTo>
                      <a:lnTo>
                        <a:pt x="0" y="30"/>
                      </a:lnTo>
                      <a:lnTo>
                        <a:pt x="0" y="34"/>
                      </a:lnTo>
                      <a:lnTo>
                        <a:pt x="10" y="34"/>
                      </a:lnTo>
                      <a:lnTo>
                        <a:pt x="10" y="43"/>
                      </a:lnTo>
                      <a:lnTo>
                        <a:pt x="0" y="34"/>
                      </a:lnTo>
                      <a:lnTo>
                        <a:pt x="0" y="43"/>
                      </a:lnTo>
                      <a:lnTo>
                        <a:pt x="10" y="43"/>
                      </a:lnTo>
                      <a:lnTo>
                        <a:pt x="10" y="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7" name="Freeform 51"/>
                <p:cNvSpPr/>
                <p:nvPr/>
              </p:nvSpPr>
              <p:spPr bwMode="auto">
                <a:xfrm>
                  <a:off x="507" y="786"/>
                  <a:ext cx="192" cy="9"/>
                </a:xfrm>
                <a:custGeom>
                  <a:avLst/>
                  <a:gdLst>
                    <a:gd name="T0" fmla="*/ 1 w 383"/>
                    <a:gd name="T1" fmla="*/ 1 h 18"/>
                    <a:gd name="T2" fmla="*/ 1 w 383"/>
                    <a:gd name="T3" fmla="*/ 0 h 18"/>
                    <a:gd name="T4" fmla="*/ 0 w 383"/>
                    <a:gd name="T5" fmla="*/ 0 h 18"/>
                    <a:gd name="T6" fmla="*/ 0 w 383"/>
                    <a:gd name="T7" fmla="*/ 1 h 18"/>
                    <a:gd name="T8" fmla="*/ 1 w 383"/>
                    <a:gd name="T9" fmla="*/ 1 h 18"/>
                    <a:gd name="T10" fmla="*/ 1 w 383"/>
                    <a:gd name="T11" fmla="*/ 1 h 18"/>
                    <a:gd name="T12" fmla="*/ 1 w 383"/>
                    <a:gd name="T13" fmla="*/ 1 h 18"/>
                    <a:gd name="T14" fmla="*/ 1 w 383"/>
                    <a:gd name="T15" fmla="*/ 1 h 18"/>
                    <a:gd name="T16" fmla="*/ 1 w 383"/>
                    <a:gd name="T17" fmla="*/ 1 h 18"/>
                    <a:gd name="T18" fmla="*/ 1 w 383"/>
                    <a:gd name="T19" fmla="*/ 1 h 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83"/>
                    <a:gd name="T31" fmla="*/ 0 h 18"/>
                    <a:gd name="T32" fmla="*/ 383 w 383"/>
                    <a:gd name="T33" fmla="*/ 18 h 18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83" h="18">
                      <a:moveTo>
                        <a:pt x="365" y="9"/>
                      </a:moveTo>
                      <a:lnTo>
                        <a:pt x="374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374" y="18"/>
                      </a:lnTo>
                      <a:lnTo>
                        <a:pt x="383" y="9"/>
                      </a:lnTo>
                      <a:lnTo>
                        <a:pt x="374" y="18"/>
                      </a:lnTo>
                      <a:lnTo>
                        <a:pt x="383" y="18"/>
                      </a:lnTo>
                      <a:lnTo>
                        <a:pt x="383" y="9"/>
                      </a:lnTo>
                      <a:lnTo>
                        <a:pt x="365" y="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8" name="Freeform 52"/>
                <p:cNvSpPr/>
                <p:nvPr/>
              </p:nvSpPr>
              <p:spPr bwMode="auto">
                <a:xfrm>
                  <a:off x="597" y="693"/>
                  <a:ext cx="9" cy="97"/>
                </a:xfrm>
                <a:custGeom>
                  <a:avLst/>
                  <a:gdLst>
                    <a:gd name="T0" fmla="*/ 0 w 19"/>
                    <a:gd name="T1" fmla="*/ 1 h 193"/>
                    <a:gd name="T2" fmla="*/ 0 w 19"/>
                    <a:gd name="T3" fmla="*/ 1 h 193"/>
                    <a:gd name="T4" fmla="*/ 0 w 19"/>
                    <a:gd name="T5" fmla="*/ 0 h 193"/>
                    <a:gd name="T6" fmla="*/ 0 w 19"/>
                    <a:gd name="T7" fmla="*/ 0 h 193"/>
                    <a:gd name="T8" fmla="*/ 0 w 19"/>
                    <a:gd name="T9" fmla="*/ 1 h 193"/>
                    <a:gd name="T10" fmla="*/ 0 w 19"/>
                    <a:gd name="T11" fmla="*/ 1 h 19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93"/>
                    <a:gd name="T20" fmla="*/ 19 w 19"/>
                    <a:gd name="T21" fmla="*/ 193 h 19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93">
                      <a:moveTo>
                        <a:pt x="10" y="193"/>
                      </a:moveTo>
                      <a:lnTo>
                        <a:pt x="19" y="193"/>
                      </a:lnTo>
                      <a:lnTo>
                        <a:pt x="19" y="0"/>
                      </a:lnTo>
                      <a:lnTo>
                        <a:pt x="0" y="0"/>
                      </a:lnTo>
                      <a:lnTo>
                        <a:pt x="0" y="193"/>
                      </a:lnTo>
                      <a:lnTo>
                        <a:pt x="10" y="19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9" name="Freeform 53"/>
                <p:cNvSpPr/>
                <p:nvPr/>
              </p:nvSpPr>
              <p:spPr bwMode="auto">
                <a:xfrm>
                  <a:off x="599" y="716"/>
                  <a:ext cx="77" cy="76"/>
                </a:xfrm>
                <a:custGeom>
                  <a:avLst/>
                  <a:gdLst>
                    <a:gd name="T0" fmla="*/ 0 w 155"/>
                    <a:gd name="T1" fmla="*/ 1 h 152"/>
                    <a:gd name="T2" fmla="*/ 0 w 155"/>
                    <a:gd name="T3" fmla="*/ 1 h 152"/>
                    <a:gd name="T4" fmla="*/ 0 w 155"/>
                    <a:gd name="T5" fmla="*/ 1 h 152"/>
                    <a:gd name="T6" fmla="*/ 0 w 155"/>
                    <a:gd name="T7" fmla="*/ 0 h 152"/>
                    <a:gd name="T8" fmla="*/ 0 w 155"/>
                    <a:gd name="T9" fmla="*/ 1 h 152"/>
                    <a:gd name="T10" fmla="*/ 0 w 155"/>
                    <a:gd name="T11" fmla="*/ 1 h 15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55"/>
                    <a:gd name="T19" fmla="*/ 0 h 152"/>
                    <a:gd name="T20" fmla="*/ 155 w 155"/>
                    <a:gd name="T21" fmla="*/ 152 h 15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55" h="152">
                      <a:moveTo>
                        <a:pt x="6" y="146"/>
                      </a:moveTo>
                      <a:lnTo>
                        <a:pt x="11" y="152"/>
                      </a:lnTo>
                      <a:lnTo>
                        <a:pt x="155" y="11"/>
                      </a:lnTo>
                      <a:lnTo>
                        <a:pt x="144" y="0"/>
                      </a:lnTo>
                      <a:lnTo>
                        <a:pt x="0" y="140"/>
                      </a:lnTo>
                      <a:lnTo>
                        <a:pt x="6" y="1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0" name="Freeform 54"/>
                <p:cNvSpPr/>
                <p:nvPr/>
              </p:nvSpPr>
              <p:spPr bwMode="auto">
                <a:xfrm>
                  <a:off x="529" y="715"/>
                  <a:ext cx="75" cy="77"/>
                </a:xfrm>
                <a:custGeom>
                  <a:avLst/>
                  <a:gdLst>
                    <a:gd name="T0" fmla="*/ 1 w 149"/>
                    <a:gd name="T1" fmla="*/ 0 h 156"/>
                    <a:gd name="T2" fmla="*/ 1 w 149"/>
                    <a:gd name="T3" fmla="*/ 0 h 156"/>
                    <a:gd name="T4" fmla="*/ 1 w 149"/>
                    <a:gd name="T5" fmla="*/ 0 h 156"/>
                    <a:gd name="T6" fmla="*/ 0 w 149"/>
                    <a:gd name="T7" fmla="*/ 0 h 156"/>
                    <a:gd name="T8" fmla="*/ 1 w 149"/>
                    <a:gd name="T9" fmla="*/ 0 h 156"/>
                    <a:gd name="T10" fmla="*/ 1 w 149"/>
                    <a:gd name="T11" fmla="*/ 0 h 15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49"/>
                    <a:gd name="T19" fmla="*/ 0 h 156"/>
                    <a:gd name="T20" fmla="*/ 149 w 149"/>
                    <a:gd name="T21" fmla="*/ 156 h 15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49" h="156">
                      <a:moveTo>
                        <a:pt x="144" y="150"/>
                      </a:moveTo>
                      <a:lnTo>
                        <a:pt x="149" y="144"/>
                      </a:lnTo>
                      <a:lnTo>
                        <a:pt x="11" y="0"/>
                      </a:lnTo>
                      <a:lnTo>
                        <a:pt x="0" y="11"/>
                      </a:lnTo>
                      <a:lnTo>
                        <a:pt x="138" y="156"/>
                      </a:lnTo>
                      <a:lnTo>
                        <a:pt x="144" y="15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1" name="Freeform 55"/>
                <p:cNvSpPr/>
                <p:nvPr/>
              </p:nvSpPr>
              <p:spPr bwMode="auto">
                <a:xfrm>
                  <a:off x="82" y="475"/>
                  <a:ext cx="106" cy="123"/>
                </a:xfrm>
                <a:custGeom>
                  <a:avLst/>
                  <a:gdLst>
                    <a:gd name="T0" fmla="*/ 1 w 212"/>
                    <a:gd name="T1" fmla="*/ 1 h 245"/>
                    <a:gd name="T2" fmla="*/ 1 w 212"/>
                    <a:gd name="T3" fmla="*/ 1 h 245"/>
                    <a:gd name="T4" fmla="*/ 1 w 212"/>
                    <a:gd name="T5" fmla="*/ 1 h 245"/>
                    <a:gd name="T6" fmla="*/ 1 w 212"/>
                    <a:gd name="T7" fmla="*/ 1 h 245"/>
                    <a:gd name="T8" fmla="*/ 1 w 212"/>
                    <a:gd name="T9" fmla="*/ 1 h 245"/>
                    <a:gd name="T10" fmla="*/ 1 w 212"/>
                    <a:gd name="T11" fmla="*/ 1 h 245"/>
                    <a:gd name="T12" fmla="*/ 1 w 212"/>
                    <a:gd name="T13" fmla="*/ 1 h 245"/>
                    <a:gd name="T14" fmla="*/ 1 w 212"/>
                    <a:gd name="T15" fmla="*/ 1 h 245"/>
                    <a:gd name="T16" fmla="*/ 1 w 212"/>
                    <a:gd name="T17" fmla="*/ 1 h 245"/>
                    <a:gd name="T18" fmla="*/ 1 w 212"/>
                    <a:gd name="T19" fmla="*/ 1 h 245"/>
                    <a:gd name="T20" fmla="*/ 1 w 212"/>
                    <a:gd name="T21" fmla="*/ 1 h 245"/>
                    <a:gd name="T22" fmla="*/ 1 w 212"/>
                    <a:gd name="T23" fmla="*/ 1 h 245"/>
                    <a:gd name="T24" fmla="*/ 1 w 212"/>
                    <a:gd name="T25" fmla="*/ 1 h 245"/>
                    <a:gd name="T26" fmla="*/ 1 w 212"/>
                    <a:gd name="T27" fmla="*/ 1 h 245"/>
                    <a:gd name="T28" fmla="*/ 1 w 212"/>
                    <a:gd name="T29" fmla="*/ 1 h 245"/>
                    <a:gd name="T30" fmla="*/ 1 w 212"/>
                    <a:gd name="T31" fmla="*/ 1 h 245"/>
                    <a:gd name="T32" fmla="*/ 1 w 212"/>
                    <a:gd name="T33" fmla="*/ 1 h 245"/>
                    <a:gd name="T34" fmla="*/ 1 w 212"/>
                    <a:gd name="T35" fmla="*/ 1 h 245"/>
                    <a:gd name="T36" fmla="*/ 1 w 212"/>
                    <a:gd name="T37" fmla="*/ 1 h 245"/>
                    <a:gd name="T38" fmla="*/ 1 w 212"/>
                    <a:gd name="T39" fmla="*/ 1 h 245"/>
                    <a:gd name="T40" fmla="*/ 1 w 212"/>
                    <a:gd name="T41" fmla="*/ 1 h 245"/>
                    <a:gd name="T42" fmla="*/ 1 w 212"/>
                    <a:gd name="T43" fmla="*/ 1 h 245"/>
                    <a:gd name="T44" fmla="*/ 1 w 212"/>
                    <a:gd name="T45" fmla="*/ 1 h 245"/>
                    <a:gd name="T46" fmla="*/ 1 w 212"/>
                    <a:gd name="T47" fmla="*/ 1 h 245"/>
                    <a:gd name="T48" fmla="*/ 1 w 212"/>
                    <a:gd name="T49" fmla="*/ 1 h 245"/>
                    <a:gd name="T50" fmla="*/ 1 w 212"/>
                    <a:gd name="T51" fmla="*/ 1 h 245"/>
                    <a:gd name="T52" fmla="*/ 1 w 212"/>
                    <a:gd name="T53" fmla="*/ 1 h 245"/>
                    <a:gd name="T54" fmla="*/ 1 w 212"/>
                    <a:gd name="T55" fmla="*/ 1 h 245"/>
                    <a:gd name="T56" fmla="*/ 1 w 212"/>
                    <a:gd name="T57" fmla="*/ 1 h 245"/>
                    <a:gd name="T58" fmla="*/ 1 w 212"/>
                    <a:gd name="T59" fmla="*/ 1 h 245"/>
                    <a:gd name="T60" fmla="*/ 1 w 212"/>
                    <a:gd name="T61" fmla="*/ 1 h 245"/>
                    <a:gd name="T62" fmla="*/ 1 w 212"/>
                    <a:gd name="T63" fmla="*/ 1 h 245"/>
                    <a:gd name="T64" fmla="*/ 1 w 212"/>
                    <a:gd name="T65" fmla="*/ 1 h 245"/>
                    <a:gd name="T66" fmla="*/ 1 w 212"/>
                    <a:gd name="T67" fmla="*/ 1 h 245"/>
                    <a:gd name="T68" fmla="*/ 1 w 212"/>
                    <a:gd name="T69" fmla="*/ 1 h 245"/>
                    <a:gd name="T70" fmla="*/ 1 w 212"/>
                    <a:gd name="T71" fmla="*/ 1 h 245"/>
                    <a:gd name="T72" fmla="*/ 1 w 212"/>
                    <a:gd name="T73" fmla="*/ 1 h 245"/>
                    <a:gd name="T74" fmla="*/ 1 w 212"/>
                    <a:gd name="T75" fmla="*/ 1 h 245"/>
                    <a:gd name="T76" fmla="*/ 1 w 212"/>
                    <a:gd name="T77" fmla="*/ 1 h 245"/>
                    <a:gd name="T78" fmla="*/ 1 w 212"/>
                    <a:gd name="T79" fmla="*/ 1 h 245"/>
                    <a:gd name="T80" fmla="*/ 1 w 212"/>
                    <a:gd name="T81" fmla="*/ 1 h 245"/>
                    <a:gd name="T82" fmla="*/ 1 w 212"/>
                    <a:gd name="T83" fmla="*/ 1 h 245"/>
                    <a:gd name="T84" fmla="*/ 1 w 212"/>
                    <a:gd name="T85" fmla="*/ 1 h 245"/>
                    <a:gd name="T86" fmla="*/ 1 w 212"/>
                    <a:gd name="T87" fmla="*/ 1 h 245"/>
                    <a:gd name="T88" fmla="*/ 1 w 212"/>
                    <a:gd name="T89" fmla="*/ 1 h 245"/>
                    <a:gd name="T90" fmla="*/ 1 w 212"/>
                    <a:gd name="T91" fmla="*/ 1 h 245"/>
                    <a:gd name="T92" fmla="*/ 1 w 212"/>
                    <a:gd name="T93" fmla="*/ 0 h 245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212"/>
                    <a:gd name="T142" fmla="*/ 0 h 245"/>
                    <a:gd name="T143" fmla="*/ 212 w 212"/>
                    <a:gd name="T144" fmla="*/ 245 h 245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212" h="245">
                      <a:moveTo>
                        <a:pt x="88" y="0"/>
                      </a:moveTo>
                      <a:lnTo>
                        <a:pt x="88" y="5"/>
                      </a:lnTo>
                      <a:lnTo>
                        <a:pt x="90" y="11"/>
                      </a:lnTo>
                      <a:lnTo>
                        <a:pt x="90" y="18"/>
                      </a:lnTo>
                      <a:lnTo>
                        <a:pt x="90" y="24"/>
                      </a:lnTo>
                      <a:lnTo>
                        <a:pt x="90" y="33"/>
                      </a:lnTo>
                      <a:lnTo>
                        <a:pt x="90" y="45"/>
                      </a:lnTo>
                      <a:lnTo>
                        <a:pt x="92" y="56"/>
                      </a:lnTo>
                      <a:lnTo>
                        <a:pt x="96" y="65"/>
                      </a:lnTo>
                      <a:lnTo>
                        <a:pt x="105" y="63"/>
                      </a:lnTo>
                      <a:lnTo>
                        <a:pt x="118" y="61"/>
                      </a:lnTo>
                      <a:lnTo>
                        <a:pt x="133" y="61"/>
                      </a:lnTo>
                      <a:lnTo>
                        <a:pt x="148" y="63"/>
                      </a:lnTo>
                      <a:lnTo>
                        <a:pt x="154" y="65"/>
                      </a:lnTo>
                      <a:lnTo>
                        <a:pt x="163" y="69"/>
                      </a:lnTo>
                      <a:lnTo>
                        <a:pt x="172" y="75"/>
                      </a:lnTo>
                      <a:lnTo>
                        <a:pt x="182" y="78"/>
                      </a:lnTo>
                      <a:lnTo>
                        <a:pt x="191" y="84"/>
                      </a:lnTo>
                      <a:lnTo>
                        <a:pt x="200" y="88"/>
                      </a:lnTo>
                      <a:lnTo>
                        <a:pt x="208" y="90"/>
                      </a:lnTo>
                      <a:lnTo>
                        <a:pt x="212" y="90"/>
                      </a:lnTo>
                      <a:lnTo>
                        <a:pt x="197" y="91"/>
                      </a:lnTo>
                      <a:lnTo>
                        <a:pt x="182" y="93"/>
                      </a:lnTo>
                      <a:lnTo>
                        <a:pt x="169" y="95"/>
                      </a:lnTo>
                      <a:lnTo>
                        <a:pt x="161" y="93"/>
                      </a:lnTo>
                      <a:lnTo>
                        <a:pt x="157" y="91"/>
                      </a:lnTo>
                      <a:lnTo>
                        <a:pt x="154" y="91"/>
                      </a:lnTo>
                      <a:lnTo>
                        <a:pt x="150" y="91"/>
                      </a:lnTo>
                      <a:lnTo>
                        <a:pt x="146" y="91"/>
                      </a:lnTo>
                      <a:lnTo>
                        <a:pt x="159" y="103"/>
                      </a:lnTo>
                      <a:lnTo>
                        <a:pt x="172" y="116"/>
                      </a:lnTo>
                      <a:lnTo>
                        <a:pt x="185" y="131"/>
                      </a:lnTo>
                      <a:lnTo>
                        <a:pt x="193" y="151"/>
                      </a:lnTo>
                      <a:lnTo>
                        <a:pt x="199" y="159"/>
                      </a:lnTo>
                      <a:lnTo>
                        <a:pt x="204" y="166"/>
                      </a:lnTo>
                      <a:lnTo>
                        <a:pt x="208" y="176"/>
                      </a:lnTo>
                      <a:lnTo>
                        <a:pt x="208" y="183"/>
                      </a:lnTo>
                      <a:lnTo>
                        <a:pt x="204" y="176"/>
                      </a:lnTo>
                      <a:lnTo>
                        <a:pt x="199" y="168"/>
                      </a:lnTo>
                      <a:lnTo>
                        <a:pt x="193" y="164"/>
                      </a:lnTo>
                      <a:lnTo>
                        <a:pt x="185" y="161"/>
                      </a:lnTo>
                      <a:lnTo>
                        <a:pt x="174" y="155"/>
                      </a:lnTo>
                      <a:lnTo>
                        <a:pt x="159" y="148"/>
                      </a:lnTo>
                      <a:lnTo>
                        <a:pt x="142" y="136"/>
                      </a:lnTo>
                      <a:lnTo>
                        <a:pt x="133" y="125"/>
                      </a:lnTo>
                      <a:lnTo>
                        <a:pt x="142" y="161"/>
                      </a:lnTo>
                      <a:lnTo>
                        <a:pt x="142" y="193"/>
                      </a:lnTo>
                      <a:lnTo>
                        <a:pt x="141" y="221"/>
                      </a:lnTo>
                      <a:lnTo>
                        <a:pt x="144" y="245"/>
                      </a:lnTo>
                      <a:lnTo>
                        <a:pt x="131" y="223"/>
                      </a:lnTo>
                      <a:lnTo>
                        <a:pt x="114" y="198"/>
                      </a:lnTo>
                      <a:lnTo>
                        <a:pt x="101" y="168"/>
                      </a:lnTo>
                      <a:lnTo>
                        <a:pt x="97" y="131"/>
                      </a:lnTo>
                      <a:lnTo>
                        <a:pt x="94" y="133"/>
                      </a:lnTo>
                      <a:lnTo>
                        <a:pt x="92" y="136"/>
                      </a:lnTo>
                      <a:lnTo>
                        <a:pt x="90" y="142"/>
                      </a:lnTo>
                      <a:lnTo>
                        <a:pt x="90" y="150"/>
                      </a:lnTo>
                      <a:lnTo>
                        <a:pt x="83" y="170"/>
                      </a:lnTo>
                      <a:lnTo>
                        <a:pt x="68" y="191"/>
                      </a:lnTo>
                      <a:lnTo>
                        <a:pt x="51" y="209"/>
                      </a:lnTo>
                      <a:lnTo>
                        <a:pt x="38" y="230"/>
                      </a:lnTo>
                      <a:lnTo>
                        <a:pt x="49" y="191"/>
                      </a:lnTo>
                      <a:lnTo>
                        <a:pt x="51" y="155"/>
                      </a:lnTo>
                      <a:lnTo>
                        <a:pt x="54" y="127"/>
                      </a:lnTo>
                      <a:lnTo>
                        <a:pt x="68" y="110"/>
                      </a:lnTo>
                      <a:lnTo>
                        <a:pt x="68" y="106"/>
                      </a:lnTo>
                      <a:lnTo>
                        <a:pt x="66" y="105"/>
                      </a:lnTo>
                      <a:lnTo>
                        <a:pt x="64" y="105"/>
                      </a:lnTo>
                      <a:lnTo>
                        <a:pt x="60" y="108"/>
                      </a:lnTo>
                      <a:lnTo>
                        <a:pt x="54" y="114"/>
                      </a:lnTo>
                      <a:lnTo>
                        <a:pt x="51" y="118"/>
                      </a:lnTo>
                      <a:lnTo>
                        <a:pt x="45" y="118"/>
                      </a:lnTo>
                      <a:lnTo>
                        <a:pt x="39" y="118"/>
                      </a:lnTo>
                      <a:lnTo>
                        <a:pt x="32" y="118"/>
                      </a:lnTo>
                      <a:lnTo>
                        <a:pt x="23" y="118"/>
                      </a:lnTo>
                      <a:lnTo>
                        <a:pt x="13" y="120"/>
                      </a:lnTo>
                      <a:lnTo>
                        <a:pt x="0" y="121"/>
                      </a:lnTo>
                      <a:lnTo>
                        <a:pt x="11" y="116"/>
                      </a:lnTo>
                      <a:lnTo>
                        <a:pt x="19" y="108"/>
                      </a:lnTo>
                      <a:lnTo>
                        <a:pt x="26" y="99"/>
                      </a:lnTo>
                      <a:lnTo>
                        <a:pt x="36" y="90"/>
                      </a:lnTo>
                      <a:lnTo>
                        <a:pt x="49" y="80"/>
                      </a:lnTo>
                      <a:lnTo>
                        <a:pt x="64" y="73"/>
                      </a:lnTo>
                      <a:lnTo>
                        <a:pt x="79" y="69"/>
                      </a:lnTo>
                      <a:lnTo>
                        <a:pt x="90" y="69"/>
                      </a:lnTo>
                      <a:lnTo>
                        <a:pt x="90" y="60"/>
                      </a:lnTo>
                      <a:lnTo>
                        <a:pt x="88" y="48"/>
                      </a:lnTo>
                      <a:lnTo>
                        <a:pt x="86" y="35"/>
                      </a:lnTo>
                      <a:lnTo>
                        <a:pt x="86" y="26"/>
                      </a:lnTo>
                      <a:lnTo>
                        <a:pt x="86" y="18"/>
                      </a:lnTo>
                      <a:lnTo>
                        <a:pt x="86" y="11"/>
                      </a:lnTo>
                      <a:lnTo>
                        <a:pt x="86" y="5"/>
                      </a:lnTo>
                      <a:lnTo>
                        <a:pt x="84" y="2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C1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2" name="Freeform 56"/>
                <p:cNvSpPr/>
                <p:nvPr/>
              </p:nvSpPr>
              <p:spPr bwMode="auto">
                <a:xfrm>
                  <a:off x="526" y="367"/>
                  <a:ext cx="82" cy="66"/>
                </a:xfrm>
                <a:custGeom>
                  <a:avLst/>
                  <a:gdLst>
                    <a:gd name="T0" fmla="*/ 0 w 165"/>
                    <a:gd name="T1" fmla="*/ 1 h 131"/>
                    <a:gd name="T2" fmla="*/ 0 w 165"/>
                    <a:gd name="T3" fmla="*/ 1 h 131"/>
                    <a:gd name="T4" fmla="*/ 0 w 165"/>
                    <a:gd name="T5" fmla="*/ 1 h 131"/>
                    <a:gd name="T6" fmla="*/ 0 w 165"/>
                    <a:gd name="T7" fmla="*/ 1 h 131"/>
                    <a:gd name="T8" fmla="*/ 0 w 165"/>
                    <a:gd name="T9" fmla="*/ 1 h 131"/>
                    <a:gd name="T10" fmla="*/ 0 w 165"/>
                    <a:gd name="T11" fmla="*/ 1 h 131"/>
                    <a:gd name="T12" fmla="*/ 0 w 165"/>
                    <a:gd name="T13" fmla="*/ 1 h 131"/>
                    <a:gd name="T14" fmla="*/ 0 w 165"/>
                    <a:gd name="T15" fmla="*/ 1 h 131"/>
                    <a:gd name="T16" fmla="*/ 0 w 165"/>
                    <a:gd name="T17" fmla="*/ 1 h 131"/>
                    <a:gd name="T18" fmla="*/ 0 w 165"/>
                    <a:gd name="T19" fmla="*/ 1 h 131"/>
                    <a:gd name="T20" fmla="*/ 0 w 165"/>
                    <a:gd name="T21" fmla="*/ 1 h 131"/>
                    <a:gd name="T22" fmla="*/ 0 w 165"/>
                    <a:gd name="T23" fmla="*/ 1 h 131"/>
                    <a:gd name="T24" fmla="*/ 0 w 165"/>
                    <a:gd name="T25" fmla="*/ 1 h 131"/>
                    <a:gd name="T26" fmla="*/ 0 w 165"/>
                    <a:gd name="T27" fmla="*/ 1 h 131"/>
                    <a:gd name="T28" fmla="*/ 0 w 165"/>
                    <a:gd name="T29" fmla="*/ 1 h 131"/>
                    <a:gd name="T30" fmla="*/ 0 w 165"/>
                    <a:gd name="T31" fmla="*/ 1 h 131"/>
                    <a:gd name="T32" fmla="*/ 0 w 165"/>
                    <a:gd name="T33" fmla="*/ 1 h 131"/>
                    <a:gd name="T34" fmla="*/ 0 w 165"/>
                    <a:gd name="T35" fmla="*/ 1 h 131"/>
                    <a:gd name="T36" fmla="*/ 0 w 165"/>
                    <a:gd name="T37" fmla="*/ 1 h 131"/>
                    <a:gd name="T38" fmla="*/ 0 w 165"/>
                    <a:gd name="T39" fmla="*/ 1 h 131"/>
                    <a:gd name="T40" fmla="*/ 0 w 165"/>
                    <a:gd name="T41" fmla="*/ 1 h 131"/>
                    <a:gd name="T42" fmla="*/ 0 w 165"/>
                    <a:gd name="T43" fmla="*/ 1 h 131"/>
                    <a:gd name="T44" fmla="*/ 0 w 165"/>
                    <a:gd name="T45" fmla="*/ 1 h 131"/>
                    <a:gd name="T46" fmla="*/ 0 w 165"/>
                    <a:gd name="T47" fmla="*/ 1 h 131"/>
                    <a:gd name="T48" fmla="*/ 0 w 165"/>
                    <a:gd name="T49" fmla="*/ 1 h 131"/>
                    <a:gd name="T50" fmla="*/ 0 w 165"/>
                    <a:gd name="T51" fmla="*/ 1 h 131"/>
                    <a:gd name="T52" fmla="*/ 0 w 165"/>
                    <a:gd name="T53" fmla="*/ 1 h 131"/>
                    <a:gd name="T54" fmla="*/ 0 w 165"/>
                    <a:gd name="T55" fmla="*/ 1 h 131"/>
                    <a:gd name="T56" fmla="*/ 0 w 165"/>
                    <a:gd name="T57" fmla="*/ 1 h 131"/>
                    <a:gd name="T58" fmla="*/ 0 w 165"/>
                    <a:gd name="T59" fmla="*/ 1 h 131"/>
                    <a:gd name="T60" fmla="*/ 0 w 165"/>
                    <a:gd name="T61" fmla="*/ 1 h 131"/>
                    <a:gd name="T62" fmla="*/ 0 w 165"/>
                    <a:gd name="T63" fmla="*/ 1 h 131"/>
                    <a:gd name="T64" fmla="*/ 0 w 165"/>
                    <a:gd name="T65" fmla="*/ 1 h 131"/>
                    <a:gd name="T66" fmla="*/ 0 w 165"/>
                    <a:gd name="T67" fmla="*/ 0 h 131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65"/>
                    <a:gd name="T103" fmla="*/ 0 h 131"/>
                    <a:gd name="T104" fmla="*/ 165 w 165"/>
                    <a:gd name="T105" fmla="*/ 131 h 131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65" h="131">
                      <a:moveTo>
                        <a:pt x="30" y="0"/>
                      </a:moveTo>
                      <a:lnTo>
                        <a:pt x="34" y="4"/>
                      </a:lnTo>
                      <a:lnTo>
                        <a:pt x="41" y="13"/>
                      </a:lnTo>
                      <a:lnTo>
                        <a:pt x="47" y="21"/>
                      </a:lnTo>
                      <a:lnTo>
                        <a:pt x="53" y="26"/>
                      </a:lnTo>
                      <a:lnTo>
                        <a:pt x="41" y="23"/>
                      </a:lnTo>
                      <a:lnTo>
                        <a:pt x="25" y="17"/>
                      </a:lnTo>
                      <a:lnTo>
                        <a:pt x="10" y="13"/>
                      </a:lnTo>
                      <a:lnTo>
                        <a:pt x="0" y="17"/>
                      </a:lnTo>
                      <a:lnTo>
                        <a:pt x="4" y="21"/>
                      </a:lnTo>
                      <a:lnTo>
                        <a:pt x="10" y="25"/>
                      </a:lnTo>
                      <a:lnTo>
                        <a:pt x="13" y="28"/>
                      </a:lnTo>
                      <a:lnTo>
                        <a:pt x="19" y="32"/>
                      </a:lnTo>
                      <a:lnTo>
                        <a:pt x="10" y="34"/>
                      </a:lnTo>
                      <a:lnTo>
                        <a:pt x="4" y="38"/>
                      </a:lnTo>
                      <a:lnTo>
                        <a:pt x="0" y="47"/>
                      </a:lnTo>
                      <a:lnTo>
                        <a:pt x="0" y="60"/>
                      </a:lnTo>
                      <a:lnTo>
                        <a:pt x="8" y="62"/>
                      </a:lnTo>
                      <a:lnTo>
                        <a:pt x="19" y="64"/>
                      </a:lnTo>
                      <a:lnTo>
                        <a:pt x="28" y="68"/>
                      </a:lnTo>
                      <a:lnTo>
                        <a:pt x="36" y="68"/>
                      </a:lnTo>
                      <a:lnTo>
                        <a:pt x="38" y="79"/>
                      </a:lnTo>
                      <a:lnTo>
                        <a:pt x="47" y="92"/>
                      </a:lnTo>
                      <a:lnTo>
                        <a:pt x="56" y="105"/>
                      </a:lnTo>
                      <a:lnTo>
                        <a:pt x="64" y="115"/>
                      </a:lnTo>
                      <a:lnTo>
                        <a:pt x="71" y="111"/>
                      </a:lnTo>
                      <a:lnTo>
                        <a:pt x="79" y="105"/>
                      </a:lnTo>
                      <a:lnTo>
                        <a:pt x="84" y="101"/>
                      </a:lnTo>
                      <a:lnTo>
                        <a:pt x="83" y="96"/>
                      </a:lnTo>
                      <a:lnTo>
                        <a:pt x="94" y="105"/>
                      </a:lnTo>
                      <a:lnTo>
                        <a:pt x="111" y="116"/>
                      </a:lnTo>
                      <a:lnTo>
                        <a:pt x="126" y="126"/>
                      </a:lnTo>
                      <a:lnTo>
                        <a:pt x="137" y="131"/>
                      </a:lnTo>
                      <a:lnTo>
                        <a:pt x="135" y="122"/>
                      </a:lnTo>
                      <a:lnTo>
                        <a:pt x="135" y="111"/>
                      </a:lnTo>
                      <a:lnTo>
                        <a:pt x="131" y="100"/>
                      </a:lnTo>
                      <a:lnTo>
                        <a:pt x="124" y="90"/>
                      </a:lnTo>
                      <a:lnTo>
                        <a:pt x="137" y="96"/>
                      </a:lnTo>
                      <a:lnTo>
                        <a:pt x="148" y="96"/>
                      </a:lnTo>
                      <a:lnTo>
                        <a:pt x="157" y="98"/>
                      </a:lnTo>
                      <a:lnTo>
                        <a:pt x="165" y="98"/>
                      </a:lnTo>
                      <a:lnTo>
                        <a:pt x="156" y="86"/>
                      </a:lnTo>
                      <a:lnTo>
                        <a:pt x="144" y="75"/>
                      </a:lnTo>
                      <a:lnTo>
                        <a:pt x="133" y="64"/>
                      </a:lnTo>
                      <a:lnTo>
                        <a:pt x="124" y="60"/>
                      </a:lnTo>
                      <a:lnTo>
                        <a:pt x="129" y="58"/>
                      </a:lnTo>
                      <a:lnTo>
                        <a:pt x="133" y="55"/>
                      </a:lnTo>
                      <a:lnTo>
                        <a:pt x="135" y="51"/>
                      </a:lnTo>
                      <a:lnTo>
                        <a:pt x="139" y="49"/>
                      </a:lnTo>
                      <a:lnTo>
                        <a:pt x="129" y="43"/>
                      </a:lnTo>
                      <a:lnTo>
                        <a:pt x="116" y="36"/>
                      </a:lnTo>
                      <a:lnTo>
                        <a:pt x="101" y="28"/>
                      </a:lnTo>
                      <a:lnTo>
                        <a:pt x="90" y="28"/>
                      </a:lnTo>
                      <a:lnTo>
                        <a:pt x="90" y="25"/>
                      </a:lnTo>
                      <a:lnTo>
                        <a:pt x="88" y="21"/>
                      </a:lnTo>
                      <a:lnTo>
                        <a:pt x="84" y="17"/>
                      </a:lnTo>
                      <a:lnTo>
                        <a:pt x="83" y="13"/>
                      </a:lnTo>
                      <a:lnTo>
                        <a:pt x="75" y="15"/>
                      </a:lnTo>
                      <a:lnTo>
                        <a:pt x="66" y="17"/>
                      </a:lnTo>
                      <a:lnTo>
                        <a:pt x="58" y="23"/>
                      </a:lnTo>
                      <a:lnTo>
                        <a:pt x="56" y="28"/>
                      </a:lnTo>
                      <a:lnTo>
                        <a:pt x="53" y="23"/>
                      </a:lnTo>
                      <a:lnTo>
                        <a:pt x="45" y="15"/>
                      </a:lnTo>
                      <a:lnTo>
                        <a:pt x="39" y="8"/>
                      </a:lnTo>
                      <a:lnTo>
                        <a:pt x="36" y="4"/>
                      </a:lnTo>
                      <a:lnTo>
                        <a:pt x="34" y="2"/>
                      </a:lnTo>
                      <a:lnTo>
                        <a:pt x="32" y="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FFB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3" name="Freeform 57"/>
                <p:cNvSpPr/>
                <p:nvPr/>
              </p:nvSpPr>
              <p:spPr bwMode="auto">
                <a:xfrm>
                  <a:off x="884" y="706"/>
                  <a:ext cx="116" cy="138"/>
                </a:xfrm>
                <a:custGeom>
                  <a:avLst/>
                  <a:gdLst>
                    <a:gd name="T0" fmla="*/ 1 w 232"/>
                    <a:gd name="T1" fmla="*/ 1 h 276"/>
                    <a:gd name="T2" fmla="*/ 1 w 232"/>
                    <a:gd name="T3" fmla="*/ 1 h 276"/>
                    <a:gd name="T4" fmla="*/ 1 w 232"/>
                    <a:gd name="T5" fmla="*/ 1 h 276"/>
                    <a:gd name="T6" fmla="*/ 1 w 232"/>
                    <a:gd name="T7" fmla="*/ 1 h 276"/>
                    <a:gd name="T8" fmla="*/ 1 w 232"/>
                    <a:gd name="T9" fmla="*/ 1 h 276"/>
                    <a:gd name="T10" fmla="*/ 1 w 232"/>
                    <a:gd name="T11" fmla="*/ 1 h 276"/>
                    <a:gd name="T12" fmla="*/ 1 w 232"/>
                    <a:gd name="T13" fmla="*/ 1 h 276"/>
                    <a:gd name="T14" fmla="*/ 1 w 232"/>
                    <a:gd name="T15" fmla="*/ 1 h 276"/>
                    <a:gd name="T16" fmla="*/ 1 w 232"/>
                    <a:gd name="T17" fmla="*/ 1 h 276"/>
                    <a:gd name="T18" fmla="*/ 1 w 232"/>
                    <a:gd name="T19" fmla="*/ 1 h 276"/>
                    <a:gd name="T20" fmla="*/ 1 w 232"/>
                    <a:gd name="T21" fmla="*/ 1 h 276"/>
                    <a:gd name="T22" fmla="*/ 1 w 232"/>
                    <a:gd name="T23" fmla="*/ 1 h 276"/>
                    <a:gd name="T24" fmla="*/ 1 w 232"/>
                    <a:gd name="T25" fmla="*/ 1 h 276"/>
                    <a:gd name="T26" fmla="*/ 1 w 232"/>
                    <a:gd name="T27" fmla="*/ 1 h 276"/>
                    <a:gd name="T28" fmla="*/ 1 w 232"/>
                    <a:gd name="T29" fmla="*/ 1 h 276"/>
                    <a:gd name="T30" fmla="*/ 1 w 232"/>
                    <a:gd name="T31" fmla="*/ 1 h 276"/>
                    <a:gd name="T32" fmla="*/ 1 w 232"/>
                    <a:gd name="T33" fmla="*/ 1 h 276"/>
                    <a:gd name="T34" fmla="*/ 1 w 232"/>
                    <a:gd name="T35" fmla="*/ 1 h 276"/>
                    <a:gd name="T36" fmla="*/ 1 w 232"/>
                    <a:gd name="T37" fmla="*/ 1 h 276"/>
                    <a:gd name="T38" fmla="*/ 1 w 232"/>
                    <a:gd name="T39" fmla="*/ 1 h 276"/>
                    <a:gd name="T40" fmla="*/ 1 w 232"/>
                    <a:gd name="T41" fmla="*/ 1 h 276"/>
                    <a:gd name="T42" fmla="*/ 1 w 232"/>
                    <a:gd name="T43" fmla="*/ 1 h 276"/>
                    <a:gd name="T44" fmla="*/ 1 w 232"/>
                    <a:gd name="T45" fmla="*/ 1 h 276"/>
                    <a:gd name="T46" fmla="*/ 1 w 232"/>
                    <a:gd name="T47" fmla="*/ 1 h 276"/>
                    <a:gd name="T48" fmla="*/ 1 w 232"/>
                    <a:gd name="T49" fmla="*/ 1 h 276"/>
                    <a:gd name="T50" fmla="*/ 1 w 232"/>
                    <a:gd name="T51" fmla="*/ 1 h 276"/>
                    <a:gd name="T52" fmla="*/ 1 w 232"/>
                    <a:gd name="T53" fmla="*/ 1 h 276"/>
                    <a:gd name="T54" fmla="*/ 1 w 232"/>
                    <a:gd name="T55" fmla="*/ 1 h 276"/>
                    <a:gd name="T56" fmla="*/ 1 w 232"/>
                    <a:gd name="T57" fmla="*/ 1 h 276"/>
                    <a:gd name="T58" fmla="*/ 1 w 232"/>
                    <a:gd name="T59" fmla="*/ 1 h 276"/>
                    <a:gd name="T60" fmla="*/ 1 w 232"/>
                    <a:gd name="T61" fmla="*/ 1 h 276"/>
                    <a:gd name="T62" fmla="*/ 1 w 232"/>
                    <a:gd name="T63" fmla="*/ 1 h 276"/>
                    <a:gd name="T64" fmla="*/ 1 w 232"/>
                    <a:gd name="T65" fmla="*/ 1 h 276"/>
                    <a:gd name="T66" fmla="*/ 1 w 232"/>
                    <a:gd name="T67" fmla="*/ 1 h 276"/>
                    <a:gd name="T68" fmla="*/ 1 w 232"/>
                    <a:gd name="T69" fmla="*/ 1 h 276"/>
                    <a:gd name="T70" fmla="*/ 1 w 232"/>
                    <a:gd name="T71" fmla="*/ 1 h 276"/>
                    <a:gd name="T72" fmla="*/ 1 w 232"/>
                    <a:gd name="T73" fmla="*/ 1 h 276"/>
                    <a:gd name="T74" fmla="*/ 1 w 232"/>
                    <a:gd name="T75" fmla="*/ 1 h 276"/>
                    <a:gd name="T76" fmla="*/ 1 w 232"/>
                    <a:gd name="T77" fmla="*/ 1 h 276"/>
                    <a:gd name="T78" fmla="*/ 1 w 232"/>
                    <a:gd name="T79" fmla="*/ 1 h 276"/>
                    <a:gd name="T80" fmla="*/ 1 w 232"/>
                    <a:gd name="T81" fmla="*/ 1 h 276"/>
                    <a:gd name="T82" fmla="*/ 1 w 232"/>
                    <a:gd name="T83" fmla="*/ 1 h 276"/>
                    <a:gd name="T84" fmla="*/ 1 w 232"/>
                    <a:gd name="T85" fmla="*/ 1 h 276"/>
                    <a:gd name="T86" fmla="*/ 1 w 232"/>
                    <a:gd name="T87" fmla="*/ 1 h 276"/>
                    <a:gd name="T88" fmla="*/ 1 w 232"/>
                    <a:gd name="T89" fmla="*/ 1 h 276"/>
                    <a:gd name="T90" fmla="*/ 1 w 232"/>
                    <a:gd name="T91" fmla="*/ 1 h 276"/>
                    <a:gd name="T92" fmla="*/ 1 w 232"/>
                    <a:gd name="T93" fmla="*/ 1 h 276"/>
                    <a:gd name="T94" fmla="*/ 1 w 232"/>
                    <a:gd name="T95" fmla="*/ 1 h 276"/>
                    <a:gd name="T96" fmla="*/ 1 w 232"/>
                    <a:gd name="T97" fmla="*/ 1 h 27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232"/>
                    <a:gd name="T148" fmla="*/ 0 h 276"/>
                    <a:gd name="T149" fmla="*/ 232 w 232"/>
                    <a:gd name="T150" fmla="*/ 276 h 27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232" h="276">
                      <a:moveTo>
                        <a:pt x="93" y="2"/>
                      </a:moveTo>
                      <a:lnTo>
                        <a:pt x="97" y="13"/>
                      </a:lnTo>
                      <a:lnTo>
                        <a:pt x="101" y="28"/>
                      </a:lnTo>
                      <a:lnTo>
                        <a:pt x="103" y="42"/>
                      </a:lnTo>
                      <a:lnTo>
                        <a:pt x="101" y="47"/>
                      </a:lnTo>
                      <a:lnTo>
                        <a:pt x="97" y="45"/>
                      </a:lnTo>
                      <a:lnTo>
                        <a:pt x="90" y="40"/>
                      </a:lnTo>
                      <a:lnTo>
                        <a:pt x="80" y="34"/>
                      </a:lnTo>
                      <a:lnTo>
                        <a:pt x="73" y="28"/>
                      </a:lnTo>
                      <a:lnTo>
                        <a:pt x="64" y="23"/>
                      </a:lnTo>
                      <a:lnTo>
                        <a:pt x="54" y="15"/>
                      </a:lnTo>
                      <a:lnTo>
                        <a:pt x="47" y="10"/>
                      </a:lnTo>
                      <a:lnTo>
                        <a:pt x="43" y="6"/>
                      </a:lnTo>
                      <a:lnTo>
                        <a:pt x="39" y="8"/>
                      </a:lnTo>
                      <a:lnTo>
                        <a:pt x="30" y="8"/>
                      </a:lnTo>
                      <a:lnTo>
                        <a:pt x="20" y="4"/>
                      </a:lnTo>
                      <a:lnTo>
                        <a:pt x="13" y="0"/>
                      </a:lnTo>
                      <a:lnTo>
                        <a:pt x="19" y="12"/>
                      </a:lnTo>
                      <a:lnTo>
                        <a:pt x="17" y="23"/>
                      </a:lnTo>
                      <a:lnTo>
                        <a:pt x="9" y="32"/>
                      </a:lnTo>
                      <a:lnTo>
                        <a:pt x="0" y="36"/>
                      </a:lnTo>
                      <a:lnTo>
                        <a:pt x="9" y="42"/>
                      </a:lnTo>
                      <a:lnTo>
                        <a:pt x="20" y="47"/>
                      </a:lnTo>
                      <a:lnTo>
                        <a:pt x="30" y="55"/>
                      </a:lnTo>
                      <a:lnTo>
                        <a:pt x="37" y="62"/>
                      </a:lnTo>
                      <a:lnTo>
                        <a:pt x="39" y="72"/>
                      </a:lnTo>
                      <a:lnTo>
                        <a:pt x="37" y="79"/>
                      </a:lnTo>
                      <a:lnTo>
                        <a:pt x="34" y="88"/>
                      </a:lnTo>
                      <a:lnTo>
                        <a:pt x="32" y="98"/>
                      </a:lnTo>
                      <a:lnTo>
                        <a:pt x="34" y="109"/>
                      </a:lnTo>
                      <a:lnTo>
                        <a:pt x="37" y="120"/>
                      </a:lnTo>
                      <a:lnTo>
                        <a:pt x="39" y="133"/>
                      </a:lnTo>
                      <a:lnTo>
                        <a:pt x="41" y="145"/>
                      </a:lnTo>
                      <a:lnTo>
                        <a:pt x="54" y="143"/>
                      </a:lnTo>
                      <a:lnTo>
                        <a:pt x="67" y="139"/>
                      </a:lnTo>
                      <a:lnTo>
                        <a:pt x="79" y="137"/>
                      </a:lnTo>
                      <a:lnTo>
                        <a:pt x="88" y="139"/>
                      </a:lnTo>
                      <a:lnTo>
                        <a:pt x="93" y="150"/>
                      </a:lnTo>
                      <a:lnTo>
                        <a:pt x="101" y="167"/>
                      </a:lnTo>
                      <a:lnTo>
                        <a:pt x="105" y="186"/>
                      </a:lnTo>
                      <a:lnTo>
                        <a:pt x="108" y="201"/>
                      </a:lnTo>
                      <a:lnTo>
                        <a:pt x="114" y="203"/>
                      </a:lnTo>
                      <a:lnTo>
                        <a:pt x="122" y="208"/>
                      </a:lnTo>
                      <a:lnTo>
                        <a:pt x="129" y="218"/>
                      </a:lnTo>
                      <a:lnTo>
                        <a:pt x="137" y="227"/>
                      </a:lnTo>
                      <a:lnTo>
                        <a:pt x="144" y="240"/>
                      </a:lnTo>
                      <a:lnTo>
                        <a:pt x="151" y="251"/>
                      </a:lnTo>
                      <a:lnTo>
                        <a:pt x="159" y="264"/>
                      </a:lnTo>
                      <a:lnTo>
                        <a:pt x="165" y="276"/>
                      </a:lnTo>
                      <a:lnTo>
                        <a:pt x="166" y="253"/>
                      </a:lnTo>
                      <a:lnTo>
                        <a:pt x="168" y="234"/>
                      </a:lnTo>
                      <a:lnTo>
                        <a:pt x="176" y="223"/>
                      </a:lnTo>
                      <a:lnTo>
                        <a:pt x="189" y="227"/>
                      </a:lnTo>
                      <a:lnTo>
                        <a:pt x="185" y="210"/>
                      </a:lnTo>
                      <a:lnTo>
                        <a:pt x="176" y="188"/>
                      </a:lnTo>
                      <a:lnTo>
                        <a:pt x="168" y="171"/>
                      </a:lnTo>
                      <a:lnTo>
                        <a:pt x="166" y="161"/>
                      </a:lnTo>
                      <a:lnTo>
                        <a:pt x="172" y="163"/>
                      </a:lnTo>
                      <a:lnTo>
                        <a:pt x="181" y="173"/>
                      </a:lnTo>
                      <a:lnTo>
                        <a:pt x="189" y="184"/>
                      </a:lnTo>
                      <a:lnTo>
                        <a:pt x="195" y="193"/>
                      </a:lnTo>
                      <a:lnTo>
                        <a:pt x="200" y="190"/>
                      </a:lnTo>
                      <a:lnTo>
                        <a:pt x="211" y="191"/>
                      </a:lnTo>
                      <a:lnTo>
                        <a:pt x="221" y="197"/>
                      </a:lnTo>
                      <a:lnTo>
                        <a:pt x="232" y="206"/>
                      </a:lnTo>
                      <a:lnTo>
                        <a:pt x="223" y="186"/>
                      </a:lnTo>
                      <a:lnTo>
                        <a:pt x="215" y="169"/>
                      </a:lnTo>
                      <a:lnTo>
                        <a:pt x="213" y="160"/>
                      </a:lnTo>
                      <a:lnTo>
                        <a:pt x="215" y="158"/>
                      </a:lnTo>
                      <a:lnTo>
                        <a:pt x="206" y="145"/>
                      </a:lnTo>
                      <a:lnTo>
                        <a:pt x="198" y="133"/>
                      </a:lnTo>
                      <a:lnTo>
                        <a:pt x="193" y="122"/>
                      </a:lnTo>
                      <a:lnTo>
                        <a:pt x="191" y="116"/>
                      </a:lnTo>
                      <a:lnTo>
                        <a:pt x="193" y="111"/>
                      </a:lnTo>
                      <a:lnTo>
                        <a:pt x="200" y="105"/>
                      </a:lnTo>
                      <a:lnTo>
                        <a:pt x="208" y="101"/>
                      </a:lnTo>
                      <a:lnTo>
                        <a:pt x="215" y="101"/>
                      </a:lnTo>
                      <a:lnTo>
                        <a:pt x="202" y="90"/>
                      </a:lnTo>
                      <a:lnTo>
                        <a:pt x="189" y="81"/>
                      </a:lnTo>
                      <a:lnTo>
                        <a:pt x="178" y="72"/>
                      </a:lnTo>
                      <a:lnTo>
                        <a:pt x="172" y="64"/>
                      </a:lnTo>
                      <a:lnTo>
                        <a:pt x="170" y="58"/>
                      </a:lnTo>
                      <a:lnTo>
                        <a:pt x="170" y="55"/>
                      </a:lnTo>
                      <a:lnTo>
                        <a:pt x="172" y="53"/>
                      </a:lnTo>
                      <a:lnTo>
                        <a:pt x="174" y="51"/>
                      </a:lnTo>
                      <a:lnTo>
                        <a:pt x="168" y="49"/>
                      </a:lnTo>
                      <a:lnTo>
                        <a:pt x="159" y="47"/>
                      </a:lnTo>
                      <a:lnTo>
                        <a:pt x="151" y="47"/>
                      </a:lnTo>
                      <a:lnTo>
                        <a:pt x="142" y="47"/>
                      </a:lnTo>
                      <a:lnTo>
                        <a:pt x="135" y="49"/>
                      </a:lnTo>
                      <a:lnTo>
                        <a:pt x="125" y="49"/>
                      </a:lnTo>
                      <a:lnTo>
                        <a:pt x="120" y="51"/>
                      </a:lnTo>
                      <a:lnTo>
                        <a:pt x="114" y="53"/>
                      </a:lnTo>
                      <a:lnTo>
                        <a:pt x="110" y="45"/>
                      </a:lnTo>
                      <a:lnTo>
                        <a:pt x="107" y="30"/>
                      </a:lnTo>
                      <a:lnTo>
                        <a:pt x="101" y="17"/>
                      </a:lnTo>
                      <a:lnTo>
                        <a:pt x="99" y="8"/>
                      </a:lnTo>
                      <a:lnTo>
                        <a:pt x="93" y="2"/>
                      </a:lnTo>
                      <a:close/>
                    </a:path>
                  </a:pathLst>
                </a:custGeom>
                <a:solidFill>
                  <a:srgbClr val="B2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4" name="Freeform 58"/>
                <p:cNvSpPr/>
                <p:nvPr/>
              </p:nvSpPr>
              <p:spPr bwMode="auto">
                <a:xfrm>
                  <a:off x="218" y="307"/>
                  <a:ext cx="81" cy="95"/>
                </a:xfrm>
                <a:custGeom>
                  <a:avLst/>
                  <a:gdLst>
                    <a:gd name="T0" fmla="*/ 1 w 162"/>
                    <a:gd name="T1" fmla="*/ 1 h 190"/>
                    <a:gd name="T2" fmla="*/ 1 w 162"/>
                    <a:gd name="T3" fmla="*/ 1 h 190"/>
                    <a:gd name="T4" fmla="*/ 1 w 162"/>
                    <a:gd name="T5" fmla="*/ 1 h 190"/>
                    <a:gd name="T6" fmla="*/ 1 w 162"/>
                    <a:gd name="T7" fmla="*/ 1 h 190"/>
                    <a:gd name="T8" fmla="*/ 1 w 162"/>
                    <a:gd name="T9" fmla="*/ 1 h 190"/>
                    <a:gd name="T10" fmla="*/ 1 w 162"/>
                    <a:gd name="T11" fmla="*/ 1 h 190"/>
                    <a:gd name="T12" fmla="*/ 1 w 162"/>
                    <a:gd name="T13" fmla="*/ 1 h 190"/>
                    <a:gd name="T14" fmla="*/ 1 w 162"/>
                    <a:gd name="T15" fmla="*/ 1 h 190"/>
                    <a:gd name="T16" fmla="*/ 1 w 162"/>
                    <a:gd name="T17" fmla="*/ 1 h 190"/>
                    <a:gd name="T18" fmla="*/ 1 w 162"/>
                    <a:gd name="T19" fmla="*/ 1 h 190"/>
                    <a:gd name="T20" fmla="*/ 1 w 162"/>
                    <a:gd name="T21" fmla="*/ 1 h 190"/>
                    <a:gd name="T22" fmla="*/ 1 w 162"/>
                    <a:gd name="T23" fmla="*/ 1 h 190"/>
                    <a:gd name="T24" fmla="*/ 1 w 162"/>
                    <a:gd name="T25" fmla="*/ 1 h 190"/>
                    <a:gd name="T26" fmla="*/ 1 w 162"/>
                    <a:gd name="T27" fmla="*/ 1 h 190"/>
                    <a:gd name="T28" fmla="*/ 1 w 162"/>
                    <a:gd name="T29" fmla="*/ 1 h 190"/>
                    <a:gd name="T30" fmla="*/ 1 w 162"/>
                    <a:gd name="T31" fmla="*/ 1 h 190"/>
                    <a:gd name="T32" fmla="*/ 1 w 162"/>
                    <a:gd name="T33" fmla="*/ 1 h 190"/>
                    <a:gd name="T34" fmla="*/ 1 w 162"/>
                    <a:gd name="T35" fmla="*/ 1 h 190"/>
                    <a:gd name="T36" fmla="*/ 1 w 162"/>
                    <a:gd name="T37" fmla="*/ 1 h 190"/>
                    <a:gd name="T38" fmla="*/ 1 w 162"/>
                    <a:gd name="T39" fmla="*/ 1 h 190"/>
                    <a:gd name="T40" fmla="*/ 1 w 162"/>
                    <a:gd name="T41" fmla="*/ 1 h 190"/>
                    <a:gd name="T42" fmla="*/ 1 w 162"/>
                    <a:gd name="T43" fmla="*/ 1 h 190"/>
                    <a:gd name="T44" fmla="*/ 1 w 162"/>
                    <a:gd name="T45" fmla="*/ 1 h 190"/>
                    <a:gd name="T46" fmla="*/ 1 w 162"/>
                    <a:gd name="T47" fmla="*/ 1 h 190"/>
                    <a:gd name="T48" fmla="*/ 1 w 162"/>
                    <a:gd name="T49" fmla="*/ 1 h 190"/>
                    <a:gd name="T50" fmla="*/ 1 w 162"/>
                    <a:gd name="T51" fmla="*/ 1 h 190"/>
                    <a:gd name="T52" fmla="*/ 1 w 162"/>
                    <a:gd name="T53" fmla="*/ 1 h 190"/>
                    <a:gd name="T54" fmla="*/ 1 w 162"/>
                    <a:gd name="T55" fmla="*/ 1 h 190"/>
                    <a:gd name="T56" fmla="*/ 1 w 162"/>
                    <a:gd name="T57" fmla="*/ 1 h 190"/>
                    <a:gd name="T58" fmla="*/ 1 w 162"/>
                    <a:gd name="T59" fmla="*/ 1 h 190"/>
                    <a:gd name="T60" fmla="*/ 1 w 162"/>
                    <a:gd name="T61" fmla="*/ 1 h 190"/>
                    <a:gd name="T62" fmla="*/ 1 w 162"/>
                    <a:gd name="T63" fmla="*/ 1 h 190"/>
                    <a:gd name="T64" fmla="*/ 1 w 162"/>
                    <a:gd name="T65" fmla="*/ 1 h 190"/>
                    <a:gd name="T66" fmla="*/ 1 w 162"/>
                    <a:gd name="T67" fmla="*/ 1 h 190"/>
                    <a:gd name="T68" fmla="*/ 1 w 162"/>
                    <a:gd name="T69" fmla="*/ 1 h 190"/>
                    <a:gd name="T70" fmla="*/ 1 w 162"/>
                    <a:gd name="T71" fmla="*/ 1 h 190"/>
                    <a:gd name="T72" fmla="*/ 1 w 162"/>
                    <a:gd name="T73" fmla="*/ 1 h 190"/>
                    <a:gd name="T74" fmla="*/ 1 w 162"/>
                    <a:gd name="T75" fmla="*/ 1 h 190"/>
                    <a:gd name="T76" fmla="*/ 1 w 162"/>
                    <a:gd name="T77" fmla="*/ 1 h 190"/>
                    <a:gd name="T78" fmla="*/ 1 w 162"/>
                    <a:gd name="T79" fmla="*/ 1 h 190"/>
                    <a:gd name="T80" fmla="*/ 1 w 162"/>
                    <a:gd name="T81" fmla="*/ 0 h 190"/>
                    <a:gd name="T82" fmla="*/ 1 w 162"/>
                    <a:gd name="T83" fmla="*/ 1 h 190"/>
                    <a:gd name="T84" fmla="*/ 1 w 162"/>
                    <a:gd name="T85" fmla="*/ 1 h 190"/>
                    <a:gd name="T86" fmla="*/ 1 w 162"/>
                    <a:gd name="T87" fmla="*/ 1 h 190"/>
                    <a:gd name="T88" fmla="*/ 1 w 162"/>
                    <a:gd name="T89" fmla="*/ 1 h 190"/>
                    <a:gd name="T90" fmla="*/ 1 w 162"/>
                    <a:gd name="T91" fmla="*/ 1 h 190"/>
                    <a:gd name="T92" fmla="*/ 1 w 162"/>
                    <a:gd name="T93" fmla="*/ 1 h 190"/>
                    <a:gd name="T94" fmla="*/ 1 w 162"/>
                    <a:gd name="T95" fmla="*/ 1 h 190"/>
                    <a:gd name="T96" fmla="*/ 1 w 162"/>
                    <a:gd name="T97" fmla="*/ 1 h 190"/>
                    <a:gd name="T98" fmla="*/ 0 w 162"/>
                    <a:gd name="T99" fmla="*/ 1 h 19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62"/>
                    <a:gd name="T151" fmla="*/ 0 h 190"/>
                    <a:gd name="T152" fmla="*/ 162 w 162"/>
                    <a:gd name="T153" fmla="*/ 190 h 19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62" h="190">
                      <a:moveTo>
                        <a:pt x="0" y="36"/>
                      </a:moveTo>
                      <a:lnTo>
                        <a:pt x="5" y="38"/>
                      </a:lnTo>
                      <a:lnTo>
                        <a:pt x="11" y="38"/>
                      </a:lnTo>
                      <a:lnTo>
                        <a:pt x="14" y="40"/>
                      </a:lnTo>
                      <a:lnTo>
                        <a:pt x="18" y="43"/>
                      </a:lnTo>
                      <a:lnTo>
                        <a:pt x="18" y="51"/>
                      </a:lnTo>
                      <a:lnTo>
                        <a:pt x="16" y="64"/>
                      </a:lnTo>
                      <a:lnTo>
                        <a:pt x="14" y="79"/>
                      </a:lnTo>
                      <a:lnTo>
                        <a:pt x="16" y="87"/>
                      </a:lnTo>
                      <a:lnTo>
                        <a:pt x="20" y="88"/>
                      </a:lnTo>
                      <a:lnTo>
                        <a:pt x="22" y="88"/>
                      </a:lnTo>
                      <a:lnTo>
                        <a:pt x="26" y="87"/>
                      </a:lnTo>
                      <a:lnTo>
                        <a:pt x="28" y="88"/>
                      </a:lnTo>
                      <a:lnTo>
                        <a:pt x="31" y="100"/>
                      </a:lnTo>
                      <a:lnTo>
                        <a:pt x="37" y="120"/>
                      </a:lnTo>
                      <a:lnTo>
                        <a:pt x="43" y="139"/>
                      </a:lnTo>
                      <a:lnTo>
                        <a:pt x="48" y="146"/>
                      </a:lnTo>
                      <a:lnTo>
                        <a:pt x="52" y="143"/>
                      </a:lnTo>
                      <a:lnTo>
                        <a:pt x="56" y="135"/>
                      </a:lnTo>
                      <a:lnTo>
                        <a:pt x="58" y="131"/>
                      </a:lnTo>
                      <a:lnTo>
                        <a:pt x="61" y="131"/>
                      </a:lnTo>
                      <a:lnTo>
                        <a:pt x="69" y="143"/>
                      </a:lnTo>
                      <a:lnTo>
                        <a:pt x="80" y="163"/>
                      </a:lnTo>
                      <a:lnTo>
                        <a:pt x="93" y="182"/>
                      </a:lnTo>
                      <a:lnTo>
                        <a:pt x="101" y="190"/>
                      </a:lnTo>
                      <a:lnTo>
                        <a:pt x="102" y="184"/>
                      </a:lnTo>
                      <a:lnTo>
                        <a:pt x="104" y="178"/>
                      </a:lnTo>
                      <a:lnTo>
                        <a:pt x="104" y="173"/>
                      </a:lnTo>
                      <a:lnTo>
                        <a:pt x="106" y="169"/>
                      </a:lnTo>
                      <a:lnTo>
                        <a:pt x="110" y="171"/>
                      </a:lnTo>
                      <a:lnTo>
                        <a:pt x="117" y="176"/>
                      </a:lnTo>
                      <a:lnTo>
                        <a:pt x="123" y="182"/>
                      </a:lnTo>
                      <a:lnTo>
                        <a:pt x="129" y="184"/>
                      </a:lnTo>
                      <a:lnTo>
                        <a:pt x="131" y="178"/>
                      </a:lnTo>
                      <a:lnTo>
                        <a:pt x="131" y="175"/>
                      </a:lnTo>
                      <a:lnTo>
                        <a:pt x="131" y="169"/>
                      </a:lnTo>
                      <a:lnTo>
                        <a:pt x="132" y="165"/>
                      </a:lnTo>
                      <a:lnTo>
                        <a:pt x="134" y="165"/>
                      </a:lnTo>
                      <a:lnTo>
                        <a:pt x="138" y="171"/>
                      </a:lnTo>
                      <a:lnTo>
                        <a:pt x="142" y="176"/>
                      </a:lnTo>
                      <a:lnTo>
                        <a:pt x="145" y="176"/>
                      </a:lnTo>
                      <a:lnTo>
                        <a:pt x="147" y="173"/>
                      </a:lnTo>
                      <a:lnTo>
                        <a:pt x="147" y="169"/>
                      </a:lnTo>
                      <a:lnTo>
                        <a:pt x="147" y="163"/>
                      </a:lnTo>
                      <a:lnTo>
                        <a:pt x="149" y="160"/>
                      </a:lnTo>
                      <a:lnTo>
                        <a:pt x="151" y="158"/>
                      </a:lnTo>
                      <a:lnTo>
                        <a:pt x="157" y="158"/>
                      </a:lnTo>
                      <a:lnTo>
                        <a:pt x="160" y="158"/>
                      </a:lnTo>
                      <a:lnTo>
                        <a:pt x="162" y="154"/>
                      </a:lnTo>
                      <a:lnTo>
                        <a:pt x="162" y="148"/>
                      </a:lnTo>
                      <a:lnTo>
                        <a:pt x="160" y="143"/>
                      </a:lnTo>
                      <a:lnTo>
                        <a:pt x="155" y="137"/>
                      </a:lnTo>
                      <a:lnTo>
                        <a:pt x="153" y="131"/>
                      </a:lnTo>
                      <a:lnTo>
                        <a:pt x="155" y="128"/>
                      </a:lnTo>
                      <a:lnTo>
                        <a:pt x="157" y="124"/>
                      </a:lnTo>
                      <a:lnTo>
                        <a:pt x="160" y="120"/>
                      </a:lnTo>
                      <a:lnTo>
                        <a:pt x="160" y="115"/>
                      </a:lnTo>
                      <a:lnTo>
                        <a:pt x="157" y="109"/>
                      </a:lnTo>
                      <a:lnTo>
                        <a:pt x="149" y="107"/>
                      </a:lnTo>
                      <a:lnTo>
                        <a:pt x="144" y="105"/>
                      </a:lnTo>
                      <a:lnTo>
                        <a:pt x="140" y="102"/>
                      </a:lnTo>
                      <a:lnTo>
                        <a:pt x="142" y="96"/>
                      </a:lnTo>
                      <a:lnTo>
                        <a:pt x="145" y="88"/>
                      </a:lnTo>
                      <a:lnTo>
                        <a:pt x="149" y="83"/>
                      </a:lnTo>
                      <a:lnTo>
                        <a:pt x="149" y="75"/>
                      </a:lnTo>
                      <a:lnTo>
                        <a:pt x="142" y="70"/>
                      </a:lnTo>
                      <a:lnTo>
                        <a:pt x="127" y="66"/>
                      </a:lnTo>
                      <a:lnTo>
                        <a:pt x="112" y="62"/>
                      </a:lnTo>
                      <a:lnTo>
                        <a:pt x="104" y="55"/>
                      </a:lnTo>
                      <a:lnTo>
                        <a:pt x="106" y="45"/>
                      </a:lnTo>
                      <a:lnTo>
                        <a:pt x="112" y="38"/>
                      </a:lnTo>
                      <a:lnTo>
                        <a:pt x="117" y="30"/>
                      </a:lnTo>
                      <a:lnTo>
                        <a:pt x="119" y="23"/>
                      </a:lnTo>
                      <a:lnTo>
                        <a:pt x="110" y="21"/>
                      </a:lnTo>
                      <a:lnTo>
                        <a:pt x="95" y="27"/>
                      </a:lnTo>
                      <a:lnTo>
                        <a:pt x="82" y="32"/>
                      </a:lnTo>
                      <a:lnTo>
                        <a:pt x="74" y="34"/>
                      </a:lnTo>
                      <a:lnTo>
                        <a:pt x="76" y="28"/>
                      </a:lnTo>
                      <a:lnTo>
                        <a:pt x="80" y="21"/>
                      </a:lnTo>
                      <a:lnTo>
                        <a:pt x="84" y="12"/>
                      </a:lnTo>
                      <a:lnTo>
                        <a:pt x="82" y="2"/>
                      </a:lnTo>
                      <a:lnTo>
                        <a:pt x="74" y="0"/>
                      </a:lnTo>
                      <a:lnTo>
                        <a:pt x="63" y="12"/>
                      </a:lnTo>
                      <a:lnTo>
                        <a:pt x="54" y="25"/>
                      </a:lnTo>
                      <a:lnTo>
                        <a:pt x="48" y="28"/>
                      </a:lnTo>
                      <a:lnTo>
                        <a:pt x="46" y="25"/>
                      </a:lnTo>
                      <a:lnTo>
                        <a:pt x="46" y="19"/>
                      </a:lnTo>
                      <a:lnTo>
                        <a:pt x="44" y="13"/>
                      </a:lnTo>
                      <a:lnTo>
                        <a:pt x="43" y="10"/>
                      </a:lnTo>
                      <a:lnTo>
                        <a:pt x="39" y="12"/>
                      </a:lnTo>
                      <a:lnTo>
                        <a:pt x="33" y="21"/>
                      </a:lnTo>
                      <a:lnTo>
                        <a:pt x="26" y="30"/>
                      </a:lnTo>
                      <a:lnTo>
                        <a:pt x="16" y="34"/>
                      </a:lnTo>
                      <a:lnTo>
                        <a:pt x="13" y="34"/>
                      </a:lnTo>
                      <a:lnTo>
                        <a:pt x="9" y="34"/>
                      </a:lnTo>
                      <a:lnTo>
                        <a:pt x="7" y="34"/>
                      </a:lnTo>
                      <a:lnTo>
                        <a:pt x="5" y="34"/>
                      </a:lnTo>
                      <a:lnTo>
                        <a:pt x="3" y="34"/>
                      </a:lnTo>
                      <a:lnTo>
                        <a:pt x="1" y="34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D8A5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5" name="Freeform 59"/>
                <p:cNvSpPr/>
                <p:nvPr/>
              </p:nvSpPr>
              <p:spPr bwMode="auto">
                <a:xfrm>
                  <a:off x="989" y="474"/>
                  <a:ext cx="103" cy="91"/>
                </a:xfrm>
                <a:custGeom>
                  <a:avLst/>
                  <a:gdLst>
                    <a:gd name="T0" fmla="*/ 1 w 206"/>
                    <a:gd name="T1" fmla="*/ 1 h 181"/>
                    <a:gd name="T2" fmla="*/ 1 w 206"/>
                    <a:gd name="T3" fmla="*/ 1 h 181"/>
                    <a:gd name="T4" fmla="*/ 1 w 206"/>
                    <a:gd name="T5" fmla="*/ 1 h 181"/>
                    <a:gd name="T6" fmla="*/ 1 w 206"/>
                    <a:gd name="T7" fmla="*/ 1 h 181"/>
                    <a:gd name="T8" fmla="*/ 1 w 206"/>
                    <a:gd name="T9" fmla="*/ 1 h 181"/>
                    <a:gd name="T10" fmla="*/ 1 w 206"/>
                    <a:gd name="T11" fmla="*/ 1 h 181"/>
                    <a:gd name="T12" fmla="*/ 1 w 206"/>
                    <a:gd name="T13" fmla="*/ 1 h 181"/>
                    <a:gd name="T14" fmla="*/ 1 w 206"/>
                    <a:gd name="T15" fmla="*/ 1 h 181"/>
                    <a:gd name="T16" fmla="*/ 1 w 206"/>
                    <a:gd name="T17" fmla="*/ 1 h 181"/>
                    <a:gd name="T18" fmla="*/ 1 w 206"/>
                    <a:gd name="T19" fmla="*/ 1 h 181"/>
                    <a:gd name="T20" fmla="*/ 1 w 206"/>
                    <a:gd name="T21" fmla="*/ 1 h 181"/>
                    <a:gd name="T22" fmla="*/ 1 w 206"/>
                    <a:gd name="T23" fmla="*/ 1 h 181"/>
                    <a:gd name="T24" fmla="*/ 1 w 206"/>
                    <a:gd name="T25" fmla="*/ 1 h 181"/>
                    <a:gd name="T26" fmla="*/ 1 w 206"/>
                    <a:gd name="T27" fmla="*/ 1 h 181"/>
                    <a:gd name="T28" fmla="*/ 1 w 206"/>
                    <a:gd name="T29" fmla="*/ 1 h 181"/>
                    <a:gd name="T30" fmla="*/ 1 w 206"/>
                    <a:gd name="T31" fmla="*/ 1 h 181"/>
                    <a:gd name="T32" fmla="*/ 1 w 206"/>
                    <a:gd name="T33" fmla="*/ 1 h 181"/>
                    <a:gd name="T34" fmla="*/ 1 w 206"/>
                    <a:gd name="T35" fmla="*/ 1 h 181"/>
                    <a:gd name="T36" fmla="*/ 1 w 206"/>
                    <a:gd name="T37" fmla="*/ 1 h 181"/>
                    <a:gd name="T38" fmla="*/ 1 w 206"/>
                    <a:gd name="T39" fmla="*/ 1 h 181"/>
                    <a:gd name="T40" fmla="*/ 1 w 206"/>
                    <a:gd name="T41" fmla="*/ 1 h 181"/>
                    <a:gd name="T42" fmla="*/ 1 w 206"/>
                    <a:gd name="T43" fmla="*/ 1 h 181"/>
                    <a:gd name="T44" fmla="*/ 1 w 206"/>
                    <a:gd name="T45" fmla="*/ 1 h 181"/>
                    <a:gd name="T46" fmla="*/ 1 w 206"/>
                    <a:gd name="T47" fmla="*/ 1 h 181"/>
                    <a:gd name="T48" fmla="*/ 1 w 206"/>
                    <a:gd name="T49" fmla="*/ 1 h 181"/>
                    <a:gd name="T50" fmla="*/ 1 w 206"/>
                    <a:gd name="T51" fmla="*/ 1 h 181"/>
                    <a:gd name="T52" fmla="*/ 1 w 206"/>
                    <a:gd name="T53" fmla="*/ 1 h 181"/>
                    <a:gd name="T54" fmla="*/ 1 w 206"/>
                    <a:gd name="T55" fmla="*/ 1 h 181"/>
                    <a:gd name="T56" fmla="*/ 1 w 206"/>
                    <a:gd name="T57" fmla="*/ 1 h 181"/>
                    <a:gd name="T58" fmla="*/ 1 w 206"/>
                    <a:gd name="T59" fmla="*/ 1 h 181"/>
                    <a:gd name="T60" fmla="*/ 1 w 206"/>
                    <a:gd name="T61" fmla="*/ 1 h 181"/>
                    <a:gd name="T62" fmla="*/ 1 w 206"/>
                    <a:gd name="T63" fmla="*/ 1 h 181"/>
                    <a:gd name="T64" fmla="*/ 1 w 206"/>
                    <a:gd name="T65" fmla="*/ 1 h 181"/>
                    <a:gd name="T66" fmla="*/ 1 w 206"/>
                    <a:gd name="T67" fmla="*/ 1 h 181"/>
                    <a:gd name="T68" fmla="*/ 1 w 206"/>
                    <a:gd name="T69" fmla="*/ 1 h 181"/>
                    <a:gd name="T70" fmla="*/ 1 w 206"/>
                    <a:gd name="T71" fmla="*/ 1 h 181"/>
                    <a:gd name="T72" fmla="*/ 1 w 206"/>
                    <a:gd name="T73" fmla="*/ 1 h 181"/>
                    <a:gd name="T74" fmla="*/ 1 w 206"/>
                    <a:gd name="T75" fmla="*/ 1 h 181"/>
                    <a:gd name="T76" fmla="*/ 1 w 206"/>
                    <a:gd name="T77" fmla="*/ 1 h 181"/>
                    <a:gd name="T78" fmla="*/ 1 w 206"/>
                    <a:gd name="T79" fmla="*/ 1 h 181"/>
                    <a:gd name="T80" fmla="*/ 1 w 206"/>
                    <a:gd name="T81" fmla="*/ 1 h 181"/>
                    <a:gd name="T82" fmla="*/ 1 w 206"/>
                    <a:gd name="T83" fmla="*/ 1 h 181"/>
                    <a:gd name="T84" fmla="*/ 1 w 206"/>
                    <a:gd name="T85" fmla="*/ 1 h 181"/>
                    <a:gd name="T86" fmla="*/ 1 w 206"/>
                    <a:gd name="T87" fmla="*/ 1 h 181"/>
                    <a:gd name="T88" fmla="*/ 1 w 206"/>
                    <a:gd name="T89" fmla="*/ 1 h 181"/>
                    <a:gd name="T90" fmla="*/ 1 w 206"/>
                    <a:gd name="T91" fmla="*/ 1 h 18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206"/>
                    <a:gd name="T139" fmla="*/ 0 h 181"/>
                    <a:gd name="T140" fmla="*/ 206 w 206"/>
                    <a:gd name="T141" fmla="*/ 181 h 18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206" h="181">
                      <a:moveTo>
                        <a:pt x="163" y="0"/>
                      </a:moveTo>
                      <a:lnTo>
                        <a:pt x="161" y="4"/>
                      </a:lnTo>
                      <a:lnTo>
                        <a:pt x="158" y="9"/>
                      </a:lnTo>
                      <a:lnTo>
                        <a:pt x="154" y="15"/>
                      </a:lnTo>
                      <a:lnTo>
                        <a:pt x="152" y="19"/>
                      </a:lnTo>
                      <a:lnTo>
                        <a:pt x="146" y="24"/>
                      </a:lnTo>
                      <a:lnTo>
                        <a:pt x="141" y="34"/>
                      </a:lnTo>
                      <a:lnTo>
                        <a:pt x="135" y="43"/>
                      </a:lnTo>
                      <a:lnTo>
                        <a:pt x="133" y="48"/>
                      </a:lnTo>
                      <a:lnTo>
                        <a:pt x="141" y="48"/>
                      </a:lnTo>
                      <a:lnTo>
                        <a:pt x="152" y="47"/>
                      </a:lnTo>
                      <a:lnTo>
                        <a:pt x="163" y="47"/>
                      </a:lnTo>
                      <a:lnTo>
                        <a:pt x="173" y="48"/>
                      </a:lnTo>
                      <a:lnTo>
                        <a:pt x="180" y="52"/>
                      </a:lnTo>
                      <a:lnTo>
                        <a:pt x="190" y="58"/>
                      </a:lnTo>
                      <a:lnTo>
                        <a:pt x="199" y="65"/>
                      </a:lnTo>
                      <a:lnTo>
                        <a:pt x="206" y="67"/>
                      </a:lnTo>
                      <a:lnTo>
                        <a:pt x="193" y="67"/>
                      </a:lnTo>
                      <a:lnTo>
                        <a:pt x="182" y="69"/>
                      </a:lnTo>
                      <a:lnTo>
                        <a:pt x="173" y="71"/>
                      </a:lnTo>
                      <a:lnTo>
                        <a:pt x="167" y="71"/>
                      </a:lnTo>
                      <a:lnTo>
                        <a:pt x="165" y="69"/>
                      </a:lnTo>
                      <a:lnTo>
                        <a:pt x="163" y="69"/>
                      </a:lnTo>
                      <a:lnTo>
                        <a:pt x="160" y="67"/>
                      </a:lnTo>
                      <a:lnTo>
                        <a:pt x="158" y="67"/>
                      </a:lnTo>
                      <a:lnTo>
                        <a:pt x="161" y="75"/>
                      </a:lnTo>
                      <a:lnTo>
                        <a:pt x="165" y="84"/>
                      </a:lnTo>
                      <a:lnTo>
                        <a:pt x="165" y="97"/>
                      </a:lnTo>
                      <a:lnTo>
                        <a:pt x="160" y="112"/>
                      </a:lnTo>
                      <a:lnTo>
                        <a:pt x="160" y="118"/>
                      </a:lnTo>
                      <a:lnTo>
                        <a:pt x="160" y="123"/>
                      </a:lnTo>
                      <a:lnTo>
                        <a:pt x="156" y="131"/>
                      </a:lnTo>
                      <a:lnTo>
                        <a:pt x="154" y="137"/>
                      </a:lnTo>
                      <a:lnTo>
                        <a:pt x="154" y="131"/>
                      </a:lnTo>
                      <a:lnTo>
                        <a:pt x="154" y="125"/>
                      </a:lnTo>
                      <a:lnTo>
                        <a:pt x="152" y="122"/>
                      </a:lnTo>
                      <a:lnTo>
                        <a:pt x="148" y="120"/>
                      </a:lnTo>
                      <a:lnTo>
                        <a:pt x="143" y="116"/>
                      </a:lnTo>
                      <a:lnTo>
                        <a:pt x="135" y="110"/>
                      </a:lnTo>
                      <a:lnTo>
                        <a:pt x="128" y="103"/>
                      </a:lnTo>
                      <a:lnTo>
                        <a:pt x="128" y="93"/>
                      </a:lnTo>
                      <a:lnTo>
                        <a:pt x="117" y="120"/>
                      </a:lnTo>
                      <a:lnTo>
                        <a:pt x="100" y="144"/>
                      </a:lnTo>
                      <a:lnTo>
                        <a:pt x="85" y="165"/>
                      </a:lnTo>
                      <a:lnTo>
                        <a:pt x="73" y="181"/>
                      </a:lnTo>
                      <a:lnTo>
                        <a:pt x="75" y="166"/>
                      </a:lnTo>
                      <a:lnTo>
                        <a:pt x="75" y="148"/>
                      </a:lnTo>
                      <a:lnTo>
                        <a:pt x="81" y="125"/>
                      </a:lnTo>
                      <a:lnTo>
                        <a:pt x="100" y="97"/>
                      </a:lnTo>
                      <a:lnTo>
                        <a:pt x="96" y="99"/>
                      </a:lnTo>
                      <a:lnTo>
                        <a:pt x="92" y="101"/>
                      </a:lnTo>
                      <a:lnTo>
                        <a:pt x="88" y="105"/>
                      </a:lnTo>
                      <a:lnTo>
                        <a:pt x="85" y="110"/>
                      </a:lnTo>
                      <a:lnTo>
                        <a:pt x="77" y="120"/>
                      </a:lnTo>
                      <a:lnTo>
                        <a:pt x="68" y="127"/>
                      </a:lnTo>
                      <a:lnTo>
                        <a:pt x="57" y="135"/>
                      </a:lnTo>
                      <a:lnTo>
                        <a:pt x="45" y="142"/>
                      </a:lnTo>
                      <a:lnTo>
                        <a:pt x="34" y="150"/>
                      </a:lnTo>
                      <a:lnTo>
                        <a:pt x="21" y="157"/>
                      </a:lnTo>
                      <a:lnTo>
                        <a:pt x="10" y="165"/>
                      </a:lnTo>
                      <a:lnTo>
                        <a:pt x="0" y="172"/>
                      </a:lnTo>
                      <a:lnTo>
                        <a:pt x="15" y="157"/>
                      </a:lnTo>
                      <a:lnTo>
                        <a:pt x="29" y="142"/>
                      </a:lnTo>
                      <a:lnTo>
                        <a:pt x="40" y="129"/>
                      </a:lnTo>
                      <a:lnTo>
                        <a:pt x="51" y="116"/>
                      </a:lnTo>
                      <a:lnTo>
                        <a:pt x="60" y="105"/>
                      </a:lnTo>
                      <a:lnTo>
                        <a:pt x="70" y="95"/>
                      </a:lnTo>
                      <a:lnTo>
                        <a:pt x="79" y="88"/>
                      </a:lnTo>
                      <a:lnTo>
                        <a:pt x="88" y="82"/>
                      </a:lnTo>
                      <a:lnTo>
                        <a:pt x="90" y="78"/>
                      </a:lnTo>
                      <a:lnTo>
                        <a:pt x="88" y="78"/>
                      </a:lnTo>
                      <a:lnTo>
                        <a:pt x="85" y="80"/>
                      </a:lnTo>
                      <a:lnTo>
                        <a:pt x="72" y="86"/>
                      </a:lnTo>
                      <a:lnTo>
                        <a:pt x="62" y="88"/>
                      </a:lnTo>
                      <a:lnTo>
                        <a:pt x="51" y="88"/>
                      </a:lnTo>
                      <a:lnTo>
                        <a:pt x="32" y="90"/>
                      </a:lnTo>
                      <a:lnTo>
                        <a:pt x="44" y="86"/>
                      </a:lnTo>
                      <a:lnTo>
                        <a:pt x="55" y="80"/>
                      </a:lnTo>
                      <a:lnTo>
                        <a:pt x="66" y="73"/>
                      </a:lnTo>
                      <a:lnTo>
                        <a:pt x="77" y="65"/>
                      </a:lnTo>
                      <a:lnTo>
                        <a:pt x="90" y="60"/>
                      </a:lnTo>
                      <a:lnTo>
                        <a:pt x="105" y="54"/>
                      </a:lnTo>
                      <a:lnTo>
                        <a:pt x="118" y="52"/>
                      </a:lnTo>
                      <a:lnTo>
                        <a:pt x="128" y="52"/>
                      </a:lnTo>
                      <a:lnTo>
                        <a:pt x="131" y="47"/>
                      </a:lnTo>
                      <a:lnTo>
                        <a:pt x="137" y="37"/>
                      </a:lnTo>
                      <a:lnTo>
                        <a:pt x="143" y="28"/>
                      </a:lnTo>
                      <a:lnTo>
                        <a:pt x="148" y="20"/>
                      </a:lnTo>
                      <a:lnTo>
                        <a:pt x="152" y="15"/>
                      </a:lnTo>
                      <a:lnTo>
                        <a:pt x="156" y="9"/>
                      </a:lnTo>
                      <a:lnTo>
                        <a:pt x="158" y="4"/>
                      </a:lnTo>
                      <a:lnTo>
                        <a:pt x="160" y="2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rgbClr val="FF47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6" name="Freeform 60"/>
                <p:cNvSpPr/>
                <p:nvPr/>
              </p:nvSpPr>
              <p:spPr bwMode="auto">
                <a:xfrm>
                  <a:off x="776" y="346"/>
                  <a:ext cx="94" cy="72"/>
                </a:xfrm>
                <a:custGeom>
                  <a:avLst/>
                  <a:gdLst>
                    <a:gd name="T0" fmla="*/ 1 w 187"/>
                    <a:gd name="T1" fmla="*/ 1 h 144"/>
                    <a:gd name="T2" fmla="*/ 1 w 187"/>
                    <a:gd name="T3" fmla="*/ 1 h 144"/>
                    <a:gd name="T4" fmla="*/ 1 w 187"/>
                    <a:gd name="T5" fmla="*/ 1 h 144"/>
                    <a:gd name="T6" fmla="*/ 1 w 187"/>
                    <a:gd name="T7" fmla="*/ 1 h 144"/>
                    <a:gd name="T8" fmla="*/ 1 w 187"/>
                    <a:gd name="T9" fmla="*/ 1 h 144"/>
                    <a:gd name="T10" fmla="*/ 1 w 187"/>
                    <a:gd name="T11" fmla="*/ 1 h 144"/>
                    <a:gd name="T12" fmla="*/ 1 w 187"/>
                    <a:gd name="T13" fmla="*/ 1 h 144"/>
                    <a:gd name="T14" fmla="*/ 1 w 187"/>
                    <a:gd name="T15" fmla="*/ 1 h 144"/>
                    <a:gd name="T16" fmla="*/ 1 w 187"/>
                    <a:gd name="T17" fmla="*/ 1 h 144"/>
                    <a:gd name="T18" fmla="*/ 1 w 187"/>
                    <a:gd name="T19" fmla="*/ 1 h 144"/>
                    <a:gd name="T20" fmla="*/ 1 w 187"/>
                    <a:gd name="T21" fmla="*/ 1 h 144"/>
                    <a:gd name="T22" fmla="*/ 1 w 187"/>
                    <a:gd name="T23" fmla="*/ 1 h 144"/>
                    <a:gd name="T24" fmla="*/ 1 w 187"/>
                    <a:gd name="T25" fmla="*/ 1 h 144"/>
                    <a:gd name="T26" fmla="*/ 1 w 187"/>
                    <a:gd name="T27" fmla="*/ 1 h 144"/>
                    <a:gd name="T28" fmla="*/ 1 w 187"/>
                    <a:gd name="T29" fmla="*/ 1 h 144"/>
                    <a:gd name="T30" fmla="*/ 1 w 187"/>
                    <a:gd name="T31" fmla="*/ 1 h 144"/>
                    <a:gd name="T32" fmla="*/ 1 w 187"/>
                    <a:gd name="T33" fmla="*/ 1 h 144"/>
                    <a:gd name="T34" fmla="*/ 1 w 187"/>
                    <a:gd name="T35" fmla="*/ 1 h 144"/>
                    <a:gd name="T36" fmla="*/ 1 w 187"/>
                    <a:gd name="T37" fmla="*/ 1 h 144"/>
                    <a:gd name="T38" fmla="*/ 1 w 187"/>
                    <a:gd name="T39" fmla="*/ 1 h 144"/>
                    <a:gd name="T40" fmla="*/ 1 w 187"/>
                    <a:gd name="T41" fmla="*/ 1 h 144"/>
                    <a:gd name="T42" fmla="*/ 1 w 187"/>
                    <a:gd name="T43" fmla="*/ 1 h 144"/>
                    <a:gd name="T44" fmla="*/ 1 w 187"/>
                    <a:gd name="T45" fmla="*/ 1 h 144"/>
                    <a:gd name="T46" fmla="*/ 1 w 187"/>
                    <a:gd name="T47" fmla="*/ 1 h 144"/>
                    <a:gd name="T48" fmla="*/ 1 w 187"/>
                    <a:gd name="T49" fmla="*/ 1 h 144"/>
                    <a:gd name="T50" fmla="*/ 1 w 187"/>
                    <a:gd name="T51" fmla="*/ 1 h 144"/>
                    <a:gd name="T52" fmla="*/ 1 w 187"/>
                    <a:gd name="T53" fmla="*/ 1 h 144"/>
                    <a:gd name="T54" fmla="*/ 1 w 187"/>
                    <a:gd name="T55" fmla="*/ 1 h 144"/>
                    <a:gd name="T56" fmla="*/ 1 w 187"/>
                    <a:gd name="T57" fmla="*/ 1 h 144"/>
                    <a:gd name="T58" fmla="*/ 1 w 187"/>
                    <a:gd name="T59" fmla="*/ 1 h 144"/>
                    <a:gd name="T60" fmla="*/ 1 w 187"/>
                    <a:gd name="T61" fmla="*/ 1 h 144"/>
                    <a:gd name="T62" fmla="*/ 1 w 187"/>
                    <a:gd name="T63" fmla="*/ 1 h 144"/>
                    <a:gd name="T64" fmla="*/ 1 w 187"/>
                    <a:gd name="T65" fmla="*/ 1 h 144"/>
                    <a:gd name="T66" fmla="*/ 1 w 187"/>
                    <a:gd name="T67" fmla="*/ 1 h 144"/>
                    <a:gd name="T68" fmla="*/ 1 w 187"/>
                    <a:gd name="T69" fmla="*/ 1 h 144"/>
                    <a:gd name="T70" fmla="*/ 1 w 187"/>
                    <a:gd name="T71" fmla="*/ 1 h 144"/>
                    <a:gd name="T72" fmla="*/ 1 w 187"/>
                    <a:gd name="T73" fmla="*/ 1 h 144"/>
                    <a:gd name="T74" fmla="*/ 1 w 187"/>
                    <a:gd name="T75" fmla="*/ 1 h 144"/>
                    <a:gd name="T76" fmla="*/ 1 w 187"/>
                    <a:gd name="T77" fmla="*/ 1 h 144"/>
                    <a:gd name="T78" fmla="*/ 1 w 187"/>
                    <a:gd name="T79" fmla="*/ 1 h 144"/>
                    <a:gd name="T80" fmla="*/ 1 w 187"/>
                    <a:gd name="T81" fmla="*/ 1 h 144"/>
                    <a:gd name="T82" fmla="*/ 1 w 187"/>
                    <a:gd name="T83" fmla="*/ 1 h 144"/>
                    <a:gd name="T84" fmla="*/ 1 w 187"/>
                    <a:gd name="T85" fmla="*/ 0 h 144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187"/>
                    <a:gd name="T130" fmla="*/ 0 h 144"/>
                    <a:gd name="T131" fmla="*/ 187 w 187"/>
                    <a:gd name="T132" fmla="*/ 144 h 144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187" h="144">
                      <a:moveTo>
                        <a:pt x="138" y="0"/>
                      </a:moveTo>
                      <a:lnTo>
                        <a:pt x="133" y="6"/>
                      </a:lnTo>
                      <a:lnTo>
                        <a:pt x="127" y="15"/>
                      </a:lnTo>
                      <a:lnTo>
                        <a:pt x="121" y="21"/>
                      </a:lnTo>
                      <a:lnTo>
                        <a:pt x="121" y="25"/>
                      </a:lnTo>
                      <a:lnTo>
                        <a:pt x="129" y="25"/>
                      </a:lnTo>
                      <a:lnTo>
                        <a:pt x="144" y="23"/>
                      </a:lnTo>
                      <a:lnTo>
                        <a:pt x="159" y="19"/>
                      </a:lnTo>
                      <a:lnTo>
                        <a:pt x="170" y="17"/>
                      </a:lnTo>
                      <a:lnTo>
                        <a:pt x="170" y="19"/>
                      </a:lnTo>
                      <a:lnTo>
                        <a:pt x="176" y="21"/>
                      </a:lnTo>
                      <a:lnTo>
                        <a:pt x="181" y="23"/>
                      </a:lnTo>
                      <a:lnTo>
                        <a:pt x="187" y="23"/>
                      </a:lnTo>
                      <a:lnTo>
                        <a:pt x="181" y="28"/>
                      </a:lnTo>
                      <a:lnTo>
                        <a:pt x="179" y="34"/>
                      </a:lnTo>
                      <a:lnTo>
                        <a:pt x="181" y="41"/>
                      </a:lnTo>
                      <a:lnTo>
                        <a:pt x="185" y="47"/>
                      </a:lnTo>
                      <a:lnTo>
                        <a:pt x="179" y="47"/>
                      </a:lnTo>
                      <a:lnTo>
                        <a:pt x="170" y="49"/>
                      </a:lnTo>
                      <a:lnTo>
                        <a:pt x="163" y="49"/>
                      </a:lnTo>
                      <a:lnTo>
                        <a:pt x="155" y="53"/>
                      </a:lnTo>
                      <a:lnTo>
                        <a:pt x="151" y="56"/>
                      </a:lnTo>
                      <a:lnTo>
                        <a:pt x="151" y="62"/>
                      </a:lnTo>
                      <a:lnTo>
                        <a:pt x="151" y="69"/>
                      </a:lnTo>
                      <a:lnTo>
                        <a:pt x="149" y="75"/>
                      </a:lnTo>
                      <a:lnTo>
                        <a:pt x="144" y="81"/>
                      </a:lnTo>
                      <a:lnTo>
                        <a:pt x="140" y="86"/>
                      </a:lnTo>
                      <a:lnTo>
                        <a:pt x="134" y="94"/>
                      </a:lnTo>
                      <a:lnTo>
                        <a:pt x="131" y="99"/>
                      </a:lnTo>
                      <a:lnTo>
                        <a:pt x="123" y="96"/>
                      </a:lnTo>
                      <a:lnTo>
                        <a:pt x="118" y="92"/>
                      </a:lnTo>
                      <a:lnTo>
                        <a:pt x="110" y="86"/>
                      </a:lnTo>
                      <a:lnTo>
                        <a:pt x="104" y="84"/>
                      </a:lnTo>
                      <a:lnTo>
                        <a:pt x="97" y="88"/>
                      </a:lnTo>
                      <a:lnTo>
                        <a:pt x="90" y="98"/>
                      </a:lnTo>
                      <a:lnTo>
                        <a:pt x="80" y="107"/>
                      </a:lnTo>
                      <a:lnTo>
                        <a:pt x="75" y="116"/>
                      </a:lnTo>
                      <a:lnTo>
                        <a:pt x="65" y="118"/>
                      </a:lnTo>
                      <a:lnTo>
                        <a:pt x="50" y="124"/>
                      </a:lnTo>
                      <a:lnTo>
                        <a:pt x="35" y="133"/>
                      </a:lnTo>
                      <a:lnTo>
                        <a:pt x="20" y="144"/>
                      </a:lnTo>
                      <a:lnTo>
                        <a:pt x="26" y="131"/>
                      </a:lnTo>
                      <a:lnTo>
                        <a:pt x="30" y="118"/>
                      </a:lnTo>
                      <a:lnTo>
                        <a:pt x="30" y="111"/>
                      </a:lnTo>
                      <a:lnTo>
                        <a:pt x="20" y="111"/>
                      </a:lnTo>
                      <a:lnTo>
                        <a:pt x="28" y="101"/>
                      </a:lnTo>
                      <a:lnTo>
                        <a:pt x="39" y="90"/>
                      </a:lnTo>
                      <a:lnTo>
                        <a:pt x="50" y="83"/>
                      </a:lnTo>
                      <a:lnTo>
                        <a:pt x="54" y="77"/>
                      </a:lnTo>
                      <a:lnTo>
                        <a:pt x="50" y="77"/>
                      </a:lnTo>
                      <a:lnTo>
                        <a:pt x="41" y="79"/>
                      </a:lnTo>
                      <a:lnTo>
                        <a:pt x="32" y="83"/>
                      </a:lnTo>
                      <a:lnTo>
                        <a:pt x="26" y="86"/>
                      </a:lnTo>
                      <a:lnTo>
                        <a:pt x="24" y="83"/>
                      </a:lnTo>
                      <a:lnTo>
                        <a:pt x="17" y="83"/>
                      </a:lnTo>
                      <a:lnTo>
                        <a:pt x="9" y="83"/>
                      </a:lnTo>
                      <a:lnTo>
                        <a:pt x="0" y="86"/>
                      </a:lnTo>
                      <a:lnTo>
                        <a:pt x="11" y="75"/>
                      </a:lnTo>
                      <a:lnTo>
                        <a:pt x="20" y="68"/>
                      </a:lnTo>
                      <a:lnTo>
                        <a:pt x="24" y="62"/>
                      </a:lnTo>
                      <a:lnTo>
                        <a:pt x="22" y="60"/>
                      </a:lnTo>
                      <a:lnTo>
                        <a:pt x="32" y="56"/>
                      </a:lnTo>
                      <a:lnTo>
                        <a:pt x="41" y="51"/>
                      </a:lnTo>
                      <a:lnTo>
                        <a:pt x="46" y="47"/>
                      </a:lnTo>
                      <a:lnTo>
                        <a:pt x="50" y="43"/>
                      </a:lnTo>
                      <a:lnTo>
                        <a:pt x="48" y="40"/>
                      </a:lnTo>
                      <a:lnTo>
                        <a:pt x="46" y="34"/>
                      </a:lnTo>
                      <a:lnTo>
                        <a:pt x="41" y="30"/>
                      </a:lnTo>
                      <a:lnTo>
                        <a:pt x="37" y="26"/>
                      </a:lnTo>
                      <a:lnTo>
                        <a:pt x="50" y="25"/>
                      </a:lnTo>
                      <a:lnTo>
                        <a:pt x="61" y="21"/>
                      </a:lnTo>
                      <a:lnTo>
                        <a:pt x="69" y="19"/>
                      </a:lnTo>
                      <a:lnTo>
                        <a:pt x="75" y="17"/>
                      </a:lnTo>
                      <a:lnTo>
                        <a:pt x="76" y="15"/>
                      </a:lnTo>
                      <a:lnTo>
                        <a:pt x="78" y="11"/>
                      </a:lnTo>
                      <a:lnTo>
                        <a:pt x="78" y="10"/>
                      </a:lnTo>
                      <a:lnTo>
                        <a:pt x="76" y="8"/>
                      </a:lnTo>
                      <a:lnTo>
                        <a:pt x="86" y="10"/>
                      </a:lnTo>
                      <a:lnTo>
                        <a:pt x="97" y="15"/>
                      </a:lnTo>
                      <a:lnTo>
                        <a:pt x="106" y="19"/>
                      </a:lnTo>
                      <a:lnTo>
                        <a:pt x="112" y="25"/>
                      </a:lnTo>
                      <a:lnTo>
                        <a:pt x="116" y="21"/>
                      </a:lnTo>
                      <a:lnTo>
                        <a:pt x="123" y="15"/>
                      </a:lnTo>
                      <a:lnTo>
                        <a:pt x="129" y="8"/>
                      </a:lnTo>
                      <a:lnTo>
                        <a:pt x="133" y="4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rgbClr val="991E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7" name="Freeform 61"/>
                <p:cNvSpPr/>
                <p:nvPr/>
              </p:nvSpPr>
              <p:spPr bwMode="auto">
                <a:xfrm>
                  <a:off x="762" y="203"/>
                  <a:ext cx="63" cy="56"/>
                </a:xfrm>
                <a:custGeom>
                  <a:avLst/>
                  <a:gdLst>
                    <a:gd name="T0" fmla="*/ 1 w 125"/>
                    <a:gd name="T1" fmla="*/ 0 h 113"/>
                    <a:gd name="T2" fmla="*/ 1 w 125"/>
                    <a:gd name="T3" fmla="*/ 0 h 113"/>
                    <a:gd name="T4" fmla="*/ 1 w 125"/>
                    <a:gd name="T5" fmla="*/ 0 h 113"/>
                    <a:gd name="T6" fmla="*/ 1 w 125"/>
                    <a:gd name="T7" fmla="*/ 0 h 113"/>
                    <a:gd name="T8" fmla="*/ 1 w 125"/>
                    <a:gd name="T9" fmla="*/ 0 h 113"/>
                    <a:gd name="T10" fmla="*/ 1 w 125"/>
                    <a:gd name="T11" fmla="*/ 0 h 113"/>
                    <a:gd name="T12" fmla="*/ 1 w 125"/>
                    <a:gd name="T13" fmla="*/ 0 h 113"/>
                    <a:gd name="T14" fmla="*/ 1 w 125"/>
                    <a:gd name="T15" fmla="*/ 0 h 113"/>
                    <a:gd name="T16" fmla="*/ 1 w 125"/>
                    <a:gd name="T17" fmla="*/ 0 h 113"/>
                    <a:gd name="T18" fmla="*/ 1 w 125"/>
                    <a:gd name="T19" fmla="*/ 0 h 113"/>
                    <a:gd name="T20" fmla="*/ 1 w 125"/>
                    <a:gd name="T21" fmla="*/ 0 h 113"/>
                    <a:gd name="T22" fmla="*/ 1 w 125"/>
                    <a:gd name="T23" fmla="*/ 0 h 113"/>
                    <a:gd name="T24" fmla="*/ 1 w 125"/>
                    <a:gd name="T25" fmla="*/ 0 h 113"/>
                    <a:gd name="T26" fmla="*/ 1 w 125"/>
                    <a:gd name="T27" fmla="*/ 0 h 113"/>
                    <a:gd name="T28" fmla="*/ 1 w 125"/>
                    <a:gd name="T29" fmla="*/ 0 h 113"/>
                    <a:gd name="T30" fmla="*/ 1 w 125"/>
                    <a:gd name="T31" fmla="*/ 0 h 113"/>
                    <a:gd name="T32" fmla="*/ 1 w 125"/>
                    <a:gd name="T33" fmla="*/ 0 h 113"/>
                    <a:gd name="T34" fmla="*/ 1 w 125"/>
                    <a:gd name="T35" fmla="*/ 0 h 113"/>
                    <a:gd name="T36" fmla="*/ 1 w 125"/>
                    <a:gd name="T37" fmla="*/ 0 h 113"/>
                    <a:gd name="T38" fmla="*/ 1 w 125"/>
                    <a:gd name="T39" fmla="*/ 0 h 113"/>
                    <a:gd name="T40" fmla="*/ 1 w 125"/>
                    <a:gd name="T41" fmla="*/ 0 h 113"/>
                    <a:gd name="T42" fmla="*/ 1 w 125"/>
                    <a:gd name="T43" fmla="*/ 0 h 113"/>
                    <a:gd name="T44" fmla="*/ 1 w 125"/>
                    <a:gd name="T45" fmla="*/ 0 h 113"/>
                    <a:gd name="T46" fmla="*/ 1 w 125"/>
                    <a:gd name="T47" fmla="*/ 0 h 113"/>
                    <a:gd name="T48" fmla="*/ 1 w 125"/>
                    <a:gd name="T49" fmla="*/ 0 h 113"/>
                    <a:gd name="T50" fmla="*/ 1 w 125"/>
                    <a:gd name="T51" fmla="*/ 0 h 113"/>
                    <a:gd name="T52" fmla="*/ 1 w 125"/>
                    <a:gd name="T53" fmla="*/ 0 h 113"/>
                    <a:gd name="T54" fmla="*/ 1 w 125"/>
                    <a:gd name="T55" fmla="*/ 0 h 113"/>
                    <a:gd name="T56" fmla="*/ 1 w 125"/>
                    <a:gd name="T57" fmla="*/ 0 h 113"/>
                    <a:gd name="T58" fmla="*/ 1 w 125"/>
                    <a:gd name="T59" fmla="*/ 0 h 113"/>
                    <a:gd name="T60" fmla="*/ 1 w 125"/>
                    <a:gd name="T61" fmla="*/ 0 h 113"/>
                    <a:gd name="T62" fmla="*/ 1 w 125"/>
                    <a:gd name="T63" fmla="*/ 0 h 113"/>
                    <a:gd name="T64" fmla="*/ 1 w 125"/>
                    <a:gd name="T65" fmla="*/ 0 h 113"/>
                    <a:gd name="T66" fmla="*/ 1 w 125"/>
                    <a:gd name="T67" fmla="*/ 0 h 113"/>
                    <a:gd name="T68" fmla="*/ 1 w 125"/>
                    <a:gd name="T69" fmla="*/ 0 h 113"/>
                    <a:gd name="T70" fmla="*/ 1 w 125"/>
                    <a:gd name="T71" fmla="*/ 0 h 113"/>
                    <a:gd name="T72" fmla="*/ 1 w 125"/>
                    <a:gd name="T73" fmla="*/ 0 h 113"/>
                    <a:gd name="T74" fmla="*/ 1 w 125"/>
                    <a:gd name="T75" fmla="*/ 0 h 113"/>
                    <a:gd name="T76" fmla="*/ 1 w 125"/>
                    <a:gd name="T77" fmla="*/ 0 h 113"/>
                    <a:gd name="T78" fmla="*/ 1 w 125"/>
                    <a:gd name="T79" fmla="*/ 0 h 113"/>
                    <a:gd name="T80" fmla="*/ 1 w 125"/>
                    <a:gd name="T81" fmla="*/ 0 h 113"/>
                    <a:gd name="T82" fmla="*/ 1 w 125"/>
                    <a:gd name="T83" fmla="*/ 0 h 113"/>
                    <a:gd name="T84" fmla="*/ 1 w 125"/>
                    <a:gd name="T85" fmla="*/ 0 h 113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125"/>
                    <a:gd name="T130" fmla="*/ 0 h 113"/>
                    <a:gd name="T131" fmla="*/ 125 w 125"/>
                    <a:gd name="T132" fmla="*/ 113 h 113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125" h="113">
                      <a:moveTo>
                        <a:pt x="63" y="0"/>
                      </a:moveTo>
                      <a:lnTo>
                        <a:pt x="63" y="4"/>
                      </a:lnTo>
                      <a:lnTo>
                        <a:pt x="63" y="12"/>
                      </a:lnTo>
                      <a:lnTo>
                        <a:pt x="63" y="17"/>
                      </a:lnTo>
                      <a:lnTo>
                        <a:pt x="63" y="19"/>
                      </a:lnTo>
                      <a:lnTo>
                        <a:pt x="71" y="19"/>
                      </a:lnTo>
                      <a:lnTo>
                        <a:pt x="80" y="17"/>
                      </a:lnTo>
                      <a:lnTo>
                        <a:pt x="89" y="15"/>
                      </a:lnTo>
                      <a:lnTo>
                        <a:pt x="95" y="14"/>
                      </a:lnTo>
                      <a:lnTo>
                        <a:pt x="99" y="15"/>
                      </a:lnTo>
                      <a:lnTo>
                        <a:pt x="104" y="17"/>
                      </a:lnTo>
                      <a:lnTo>
                        <a:pt x="110" y="17"/>
                      </a:lnTo>
                      <a:lnTo>
                        <a:pt x="114" y="17"/>
                      </a:lnTo>
                      <a:lnTo>
                        <a:pt x="112" y="21"/>
                      </a:lnTo>
                      <a:lnTo>
                        <a:pt x="116" y="27"/>
                      </a:lnTo>
                      <a:lnTo>
                        <a:pt x="121" y="32"/>
                      </a:lnTo>
                      <a:lnTo>
                        <a:pt x="125" y="36"/>
                      </a:lnTo>
                      <a:lnTo>
                        <a:pt x="121" y="36"/>
                      </a:lnTo>
                      <a:lnTo>
                        <a:pt x="116" y="38"/>
                      </a:lnTo>
                      <a:lnTo>
                        <a:pt x="110" y="38"/>
                      </a:lnTo>
                      <a:lnTo>
                        <a:pt x="106" y="40"/>
                      </a:lnTo>
                      <a:lnTo>
                        <a:pt x="106" y="44"/>
                      </a:lnTo>
                      <a:lnTo>
                        <a:pt x="108" y="49"/>
                      </a:lnTo>
                      <a:lnTo>
                        <a:pt x="112" y="53"/>
                      </a:lnTo>
                      <a:lnTo>
                        <a:pt x="114" y="59"/>
                      </a:lnTo>
                      <a:lnTo>
                        <a:pt x="114" y="64"/>
                      </a:lnTo>
                      <a:lnTo>
                        <a:pt x="114" y="68"/>
                      </a:lnTo>
                      <a:lnTo>
                        <a:pt x="114" y="74"/>
                      </a:lnTo>
                      <a:lnTo>
                        <a:pt x="114" y="79"/>
                      </a:lnTo>
                      <a:lnTo>
                        <a:pt x="106" y="75"/>
                      </a:lnTo>
                      <a:lnTo>
                        <a:pt x="97" y="72"/>
                      </a:lnTo>
                      <a:lnTo>
                        <a:pt x="89" y="68"/>
                      </a:lnTo>
                      <a:lnTo>
                        <a:pt x="86" y="66"/>
                      </a:lnTo>
                      <a:lnTo>
                        <a:pt x="84" y="70"/>
                      </a:lnTo>
                      <a:lnTo>
                        <a:pt x="80" y="75"/>
                      </a:lnTo>
                      <a:lnTo>
                        <a:pt x="78" y="83"/>
                      </a:lnTo>
                      <a:lnTo>
                        <a:pt x="78" y="90"/>
                      </a:lnTo>
                      <a:lnTo>
                        <a:pt x="73" y="92"/>
                      </a:lnTo>
                      <a:lnTo>
                        <a:pt x="65" y="98"/>
                      </a:lnTo>
                      <a:lnTo>
                        <a:pt x="60" y="105"/>
                      </a:lnTo>
                      <a:lnTo>
                        <a:pt x="54" y="113"/>
                      </a:lnTo>
                      <a:lnTo>
                        <a:pt x="50" y="102"/>
                      </a:lnTo>
                      <a:lnTo>
                        <a:pt x="46" y="92"/>
                      </a:lnTo>
                      <a:lnTo>
                        <a:pt x="41" y="87"/>
                      </a:lnTo>
                      <a:lnTo>
                        <a:pt x="33" y="87"/>
                      </a:lnTo>
                      <a:lnTo>
                        <a:pt x="33" y="79"/>
                      </a:lnTo>
                      <a:lnTo>
                        <a:pt x="37" y="70"/>
                      </a:lnTo>
                      <a:lnTo>
                        <a:pt x="39" y="62"/>
                      </a:lnTo>
                      <a:lnTo>
                        <a:pt x="39" y="59"/>
                      </a:lnTo>
                      <a:lnTo>
                        <a:pt x="35" y="59"/>
                      </a:lnTo>
                      <a:lnTo>
                        <a:pt x="31" y="60"/>
                      </a:lnTo>
                      <a:lnTo>
                        <a:pt x="28" y="64"/>
                      </a:lnTo>
                      <a:lnTo>
                        <a:pt x="24" y="68"/>
                      </a:lnTo>
                      <a:lnTo>
                        <a:pt x="20" y="66"/>
                      </a:lnTo>
                      <a:lnTo>
                        <a:pt x="15" y="64"/>
                      </a:lnTo>
                      <a:lnTo>
                        <a:pt x="9" y="64"/>
                      </a:lnTo>
                      <a:lnTo>
                        <a:pt x="5" y="66"/>
                      </a:lnTo>
                      <a:lnTo>
                        <a:pt x="7" y="59"/>
                      </a:lnTo>
                      <a:lnTo>
                        <a:pt x="9" y="53"/>
                      </a:lnTo>
                      <a:lnTo>
                        <a:pt x="9" y="49"/>
                      </a:lnTo>
                      <a:lnTo>
                        <a:pt x="7" y="47"/>
                      </a:lnTo>
                      <a:lnTo>
                        <a:pt x="11" y="44"/>
                      </a:lnTo>
                      <a:lnTo>
                        <a:pt x="15" y="40"/>
                      </a:lnTo>
                      <a:lnTo>
                        <a:pt x="16" y="36"/>
                      </a:lnTo>
                      <a:lnTo>
                        <a:pt x="18" y="34"/>
                      </a:lnTo>
                      <a:lnTo>
                        <a:pt x="15" y="30"/>
                      </a:lnTo>
                      <a:lnTo>
                        <a:pt x="11" y="27"/>
                      </a:lnTo>
                      <a:lnTo>
                        <a:pt x="5" y="23"/>
                      </a:lnTo>
                      <a:lnTo>
                        <a:pt x="0" y="21"/>
                      </a:lnTo>
                      <a:lnTo>
                        <a:pt x="7" y="19"/>
                      </a:lnTo>
                      <a:lnTo>
                        <a:pt x="15" y="17"/>
                      </a:lnTo>
                      <a:lnTo>
                        <a:pt x="20" y="15"/>
                      </a:lnTo>
                      <a:lnTo>
                        <a:pt x="22" y="14"/>
                      </a:lnTo>
                      <a:lnTo>
                        <a:pt x="22" y="12"/>
                      </a:lnTo>
                      <a:lnTo>
                        <a:pt x="22" y="10"/>
                      </a:lnTo>
                      <a:lnTo>
                        <a:pt x="22" y="8"/>
                      </a:lnTo>
                      <a:lnTo>
                        <a:pt x="20" y="6"/>
                      </a:lnTo>
                      <a:lnTo>
                        <a:pt x="30" y="8"/>
                      </a:lnTo>
                      <a:lnTo>
                        <a:pt x="39" y="12"/>
                      </a:lnTo>
                      <a:lnTo>
                        <a:pt x="48" y="15"/>
                      </a:lnTo>
                      <a:lnTo>
                        <a:pt x="56" y="19"/>
                      </a:lnTo>
                      <a:lnTo>
                        <a:pt x="58" y="17"/>
                      </a:lnTo>
                      <a:lnTo>
                        <a:pt x="60" y="12"/>
                      </a:lnTo>
                      <a:lnTo>
                        <a:pt x="61" y="6"/>
                      </a:lnTo>
                      <a:lnTo>
                        <a:pt x="61" y="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301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8" name="Freeform 62"/>
                <p:cNvSpPr/>
                <p:nvPr/>
              </p:nvSpPr>
              <p:spPr bwMode="auto">
                <a:xfrm>
                  <a:off x="1066" y="779"/>
                  <a:ext cx="53" cy="94"/>
                </a:xfrm>
                <a:custGeom>
                  <a:avLst/>
                  <a:gdLst>
                    <a:gd name="T0" fmla="*/ 1 w 105"/>
                    <a:gd name="T1" fmla="*/ 0 h 188"/>
                    <a:gd name="T2" fmla="*/ 1 w 105"/>
                    <a:gd name="T3" fmla="*/ 1 h 188"/>
                    <a:gd name="T4" fmla="*/ 1 w 105"/>
                    <a:gd name="T5" fmla="*/ 1 h 188"/>
                    <a:gd name="T6" fmla="*/ 1 w 105"/>
                    <a:gd name="T7" fmla="*/ 1 h 188"/>
                    <a:gd name="T8" fmla="*/ 1 w 105"/>
                    <a:gd name="T9" fmla="*/ 1 h 188"/>
                    <a:gd name="T10" fmla="*/ 1 w 105"/>
                    <a:gd name="T11" fmla="*/ 1 h 188"/>
                    <a:gd name="T12" fmla="*/ 1 w 105"/>
                    <a:gd name="T13" fmla="*/ 1 h 188"/>
                    <a:gd name="T14" fmla="*/ 1 w 105"/>
                    <a:gd name="T15" fmla="*/ 1 h 188"/>
                    <a:gd name="T16" fmla="*/ 1 w 105"/>
                    <a:gd name="T17" fmla="*/ 1 h 188"/>
                    <a:gd name="T18" fmla="*/ 1 w 105"/>
                    <a:gd name="T19" fmla="*/ 1 h 188"/>
                    <a:gd name="T20" fmla="*/ 1 w 105"/>
                    <a:gd name="T21" fmla="*/ 1 h 188"/>
                    <a:gd name="T22" fmla="*/ 1 w 105"/>
                    <a:gd name="T23" fmla="*/ 1 h 188"/>
                    <a:gd name="T24" fmla="*/ 1 w 105"/>
                    <a:gd name="T25" fmla="*/ 1 h 188"/>
                    <a:gd name="T26" fmla="*/ 1 w 105"/>
                    <a:gd name="T27" fmla="*/ 1 h 188"/>
                    <a:gd name="T28" fmla="*/ 1 w 105"/>
                    <a:gd name="T29" fmla="*/ 1 h 188"/>
                    <a:gd name="T30" fmla="*/ 1 w 105"/>
                    <a:gd name="T31" fmla="*/ 1 h 188"/>
                    <a:gd name="T32" fmla="*/ 0 w 105"/>
                    <a:gd name="T33" fmla="*/ 1 h 188"/>
                    <a:gd name="T34" fmla="*/ 1 w 105"/>
                    <a:gd name="T35" fmla="*/ 1 h 188"/>
                    <a:gd name="T36" fmla="*/ 1 w 105"/>
                    <a:gd name="T37" fmla="*/ 1 h 188"/>
                    <a:gd name="T38" fmla="*/ 1 w 105"/>
                    <a:gd name="T39" fmla="*/ 1 h 188"/>
                    <a:gd name="T40" fmla="*/ 1 w 105"/>
                    <a:gd name="T41" fmla="*/ 1 h 188"/>
                    <a:gd name="T42" fmla="*/ 1 w 105"/>
                    <a:gd name="T43" fmla="*/ 1 h 188"/>
                    <a:gd name="T44" fmla="*/ 1 w 105"/>
                    <a:gd name="T45" fmla="*/ 1 h 188"/>
                    <a:gd name="T46" fmla="*/ 1 w 105"/>
                    <a:gd name="T47" fmla="*/ 1 h 188"/>
                    <a:gd name="T48" fmla="*/ 1 w 105"/>
                    <a:gd name="T49" fmla="*/ 1 h 188"/>
                    <a:gd name="T50" fmla="*/ 1 w 105"/>
                    <a:gd name="T51" fmla="*/ 1 h 188"/>
                    <a:gd name="T52" fmla="*/ 1 w 105"/>
                    <a:gd name="T53" fmla="*/ 1 h 188"/>
                    <a:gd name="T54" fmla="*/ 1 w 105"/>
                    <a:gd name="T55" fmla="*/ 1 h 188"/>
                    <a:gd name="T56" fmla="*/ 1 w 105"/>
                    <a:gd name="T57" fmla="*/ 1 h 188"/>
                    <a:gd name="T58" fmla="*/ 1 w 105"/>
                    <a:gd name="T59" fmla="*/ 1 h 188"/>
                    <a:gd name="T60" fmla="*/ 1 w 105"/>
                    <a:gd name="T61" fmla="*/ 1 h 188"/>
                    <a:gd name="T62" fmla="*/ 1 w 105"/>
                    <a:gd name="T63" fmla="*/ 1 h 188"/>
                    <a:gd name="T64" fmla="*/ 1 w 105"/>
                    <a:gd name="T65" fmla="*/ 1 h 188"/>
                    <a:gd name="T66" fmla="*/ 1 w 105"/>
                    <a:gd name="T67" fmla="*/ 1 h 188"/>
                    <a:gd name="T68" fmla="*/ 1 w 105"/>
                    <a:gd name="T69" fmla="*/ 1 h 188"/>
                    <a:gd name="T70" fmla="*/ 1 w 105"/>
                    <a:gd name="T71" fmla="*/ 1 h 188"/>
                    <a:gd name="T72" fmla="*/ 1 w 105"/>
                    <a:gd name="T73" fmla="*/ 1 h 188"/>
                    <a:gd name="T74" fmla="*/ 1 w 105"/>
                    <a:gd name="T75" fmla="*/ 1 h 188"/>
                    <a:gd name="T76" fmla="*/ 1 w 105"/>
                    <a:gd name="T77" fmla="*/ 1 h 188"/>
                    <a:gd name="T78" fmla="*/ 1 w 105"/>
                    <a:gd name="T79" fmla="*/ 1 h 188"/>
                    <a:gd name="T80" fmla="*/ 1 w 105"/>
                    <a:gd name="T81" fmla="*/ 1 h 188"/>
                    <a:gd name="T82" fmla="*/ 1 w 105"/>
                    <a:gd name="T83" fmla="*/ 1 h 188"/>
                    <a:gd name="T84" fmla="*/ 1 w 105"/>
                    <a:gd name="T85" fmla="*/ 1 h 188"/>
                    <a:gd name="T86" fmla="*/ 1 w 105"/>
                    <a:gd name="T87" fmla="*/ 1 h 188"/>
                    <a:gd name="T88" fmla="*/ 1 w 105"/>
                    <a:gd name="T89" fmla="*/ 1 h 188"/>
                    <a:gd name="T90" fmla="*/ 1 w 105"/>
                    <a:gd name="T91" fmla="*/ 1 h 188"/>
                    <a:gd name="T92" fmla="*/ 1 w 105"/>
                    <a:gd name="T93" fmla="*/ 1 h 188"/>
                    <a:gd name="T94" fmla="*/ 1 w 105"/>
                    <a:gd name="T95" fmla="*/ 1 h 188"/>
                    <a:gd name="T96" fmla="*/ 1 w 105"/>
                    <a:gd name="T97" fmla="*/ 1 h 188"/>
                    <a:gd name="T98" fmla="*/ 1 w 105"/>
                    <a:gd name="T99" fmla="*/ 1 h 188"/>
                    <a:gd name="T100" fmla="*/ 1 w 105"/>
                    <a:gd name="T101" fmla="*/ 1 h 188"/>
                    <a:gd name="T102" fmla="*/ 1 w 105"/>
                    <a:gd name="T103" fmla="*/ 1 h 188"/>
                    <a:gd name="T104" fmla="*/ 1 w 105"/>
                    <a:gd name="T105" fmla="*/ 1 h 188"/>
                    <a:gd name="T106" fmla="*/ 1 w 105"/>
                    <a:gd name="T107" fmla="*/ 1 h 188"/>
                    <a:gd name="T108" fmla="*/ 1 w 105"/>
                    <a:gd name="T109" fmla="*/ 1 h 188"/>
                    <a:gd name="T110" fmla="*/ 1 w 105"/>
                    <a:gd name="T111" fmla="*/ 1 h 188"/>
                    <a:gd name="T112" fmla="*/ 1 w 105"/>
                    <a:gd name="T113" fmla="*/ 1 h 188"/>
                    <a:gd name="T114" fmla="*/ 1 w 105"/>
                    <a:gd name="T115" fmla="*/ 1 h 188"/>
                    <a:gd name="T116" fmla="*/ 1 w 105"/>
                    <a:gd name="T117" fmla="*/ 1 h 188"/>
                    <a:gd name="T118" fmla="*/ 1 w 105"/>
                    <a:gd name="T119" fmla="*/ 1 h 188"/>
                    <a:gd name="T120" fmla="*/ 1 w 105"/>
                    <a:gd name="T121" fmla="*/ 1 h 188"/>
                    <a:gd name="T122" fmla="*/ 1 w 105"/>
                    <a:gd name="T123" fmla="*/ 0 h 188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05"/>
                    <a:gd name="T187" fmla="*/ 0 h 188"/>
                    <a:gd name="T188" fmla="*/ 105 w 105"/>
                    <a:gd name="T189" fmla="*/ 188 h 188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05" h="188">
                      <a:moveTo>
                        <a:pt x="58" y="0"/>
                      </a:moveTo>
                      <a:lnTo>
                        <a:pt x="54" y="17"/>
                      </a:lnTo>
                      <a:lnTo>
                        <a:pt x="48" y="30"/>
                      </a:lnTo>
                      <a:lnTo>
                        <a:pt x="37" y="40"/>
                      </a:lnTo>
                      <a:lnTo>
                        <a:pt x="19" y="42"/>
                      </a:lnTo>
                      <a:lnTo>
                        <a:pt x="20" y="49"/>
                      </a:lnTo>
                      <a:lnTo>
                        <a:pt x="20" y="57"/>
                      </a:lnTo>
                      <a:lnTo>
                        <a:pt x="19" y="62"/>
                      </a:lnTo>
                      <a:lnTo>
                        <a:pt x="11" y="66"/>
                      </a:lnTo>
                      <a:lnTo>
                        <a:pt x="15" y="73"/>
                      </a:lnTo>
                      <a:lnTo>
                        <a:pt x="15" y="83"/>
                      </a:lnTo>
                      <a:lnTo>
                        <a:pt x="11" y="90"/>
                      </a:lnTo>
                      <a:lnTo>
                        <a:pt x="4" y="96"/>
                      </a:lnTo>
                      <a:lnTo>
                        <a:pt x="11" y="102"/>
                      </a:lnTo>
                      <a:lnTo>
                        <a:pt x="13" y="111"/>
                      </a:lnTo>
                      <a:lnTo>
                        <a:pt x="7" y="118"/>
                      </a:lnTo>
                      <a:lnTo>
                        <a:pt x="0" y="124"/>
                      </a:lnTo>
                      <a:lnTo>
                        <a:pt x="7" y="126"/>
                      </a:lnTo>
                      <a:lnTo>
                        <a:pt x="11" y="132"/>
                      </a:lnTo>
                      <a:lnTo>
                        <a:pt x="9" y="139"/>
                      </a:lnTo>
                      <a:lnTo>
                        <a:pt x="5" y="145"/>
                      </a:lnTo>
                      <a:lnTo>
                        <a:pt x="15" y="147"/>
                      </a:lnTo>
                      <a:lnTo>
                        <a:pt x="20" y="152"/>
                      </a:lnTo>
                      <a:lnTo>
                        <a:pt x="24" y="160"/>
                      </a:lnTo>
                      <a:lnTo>
                        <a:pt x="22" y="165"/>
                      </a:lnTo>
                      <a:lnTo>
                        <a:pt x="34" y="167"/>
                      </a:lnTo>
                      <a:lnTo>
                        <a:pt x="41" y="171"/>
                      </a:lnTo>
                      <a:lnTo>
                        <a:pt x="47" y="178"/>
                      </a:lnTo>
                      <a:lnTo>
                        <a:pt x="48" y="188"/>
                      </a:lnTo>
                      <a:lnTo>
                        <a:pt x="48" y="176"/>
                      </a:lnTo>
                      <a:lnTo>
                        <a:pt x="52" y="165"/>
                      </a:lnTo>
                      <a:lnTo>
                        <a:pt x="58" y="162"/>
                      </a:lnTo>
                      <a:lnTo>
                        <a:pt x="65" y="167"/>
                      </a:lnTo>
                      <a:lnTo>
                        <a:pt x="65" y="158"/>
                      </a:lnTo>
                      <a:lnTo>
                        <a:pt x="71" y="152"/>
                      </a:lnTo>
                      <a:lnTo>
                        <a:pt x="78" y="150"/>
                      </a:lnTo>
                      <a:lnTo>
                        <a:pt x="86" y="152"/>
                      </a:lnTo>
                      <a:lnTo>
                        <a:pt x="80" y="143"/>
                      </a:lnTo>
                      <a:lnTo>
                        <a:pt x="80" y="133"/>
                      </a:lnTo>
                      <a:lnTo>
                        <a:pt x="84" y="128"/>
                      </a:lnTo>
                      <a:lnTo>
                        <a:pt x="92" y="128"/>
                      </a:lnTo>
                      <a:lnTo>
                        <a:pt x="86" y="115"/>
                      </a:lnTo>
                      <a:lnTo>
                        <a:pt x="88" y="103"/>
                      </a:lnTo>
                      <a:lnTo>
                        <a:pt x="95" y="98"/>
                      </a:lnTo>
                      <a:lnTo>
                        <a:pt x="105" y="96"/>
                      </a:lnTo>
                      <a:lnTo>
                        <a:pt x="97" y="87"/>
                      </a:lnTo>
                      <a:lnTo>
                        <a:pt x="95" y="79"/>
                      </a:lnTo>
                      <a:lnTo>
                        <a:pt x="95" y="72"/>
                      </a:lnTo>
                      <a:lnTo>
                        <a:pt x="101" y="68"/>
                      </a:lnTo>
                      <a:lnTo>
                        <a:pt x="92" y="68"/>
                      </a:lnTo>
                      <a:lnTo>
                        <a:pt x="86" y="64"/>
                      </a:lnTo>
                      <a:lnTo>
                        <a:pt x="86" y="58"/>
                      </a:lnTo>
                      <a:lnTo>
                        <a:pt x="90" y="53"/>
                      </a:lnTo>
                      <a:lnTo>
                        <a:pt x="80" y="53"/>
                      </a:lnTo>
                      <a:lnTo>
                        <a:pt x="77" y="49"/>
                      </a:lnTo>
                      <a:lnTo>
                        <a:pt x="77" y="44"/>
                      </a:lnTo>
                      <a:lnTo>
                        <a:pt x="78" y="38"/>
                      </a:lnTo>
                      <a:lnTo>
                        <a:pt x="71" y="36"/>
                      </a:lnTo>
                      <a:lnTo>
                        <a:pt x="62" y="30"/>
                      </a:lnTo>
                      <a:lnTo>
                        <a:pt x="58" y="21"/>
                      </a:lnTo>
                      <a:lnTo>
                        <a:pt x="62" y="6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D8A5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9" name="Freeform 63"/>
                <p:cNvSpPr/>
                <p:nvPr/>
              </p:nvSpPr>
              <p:spPr bwMode="auto">
                <a:xfrm>
                  <a:off x="312" y="824"/>
                  <a:ext cx="106" cy="69"/>
                </a:xfrm>
                <a:custGeom>
                  <a:avLst/>
                  <a:gdLst>
                    <a:gd name="T0" fmla="*/ 1 w 211"/>
                    <a:gd name="T1" fmla="*/ 1 h 137"/>
                    <a:gd name="T2" fmla="*/ 1 w 211"/>
                    <a:gd name="T3" fmla="*/ 1 h 137"/>
                    <a:gd name="T4" fmla="*/ 1 w 211"/>
                    <a:gd name="T5" fmla="*/ 1 h 137"/>
                    <a:gd name="T6" fmla="*/ 1 w 211"/>
                    <a:gd name="T7" fmla="*/ 1 h 137"/>
                    <a:gd name="T8" fmla="*/ 1 w 211"/>
                    <a:gd name="T9" fmla="*/ 1 h 137"/>
                    <a:gd name="T10" fmla="*/ 1 w 211"/>
                    <a:gd name="T11" fmla="*/ 1 h 137"/>
                    <a:gd name="T12" fmla="*/ 1 w 211"/>
                    <a:gd name="T13" fmla="*/ 1 h 137"/>
                    <a:gd name="T14" fmla="*/ 1 w 211"/>
                    <a:gd name="T15" fmla="*/ 0 h 137"/>
                    <a:gd name="T16" fmla="*/ 1 w 211"/>
                    <a:gd name="T17" fmla="*/ 1 h 137"/>
                    <a:gd name="T18" fmla="*/ 1 w 211"/>
                    <a:gd name="T19" fmla="*/ 1 h 137"/>
                    <a:gd name="T20" fmla="*/ 1 w 211"/>
                    <a:gd name="T21" fmla="*/ 1 h 137"/>
                    <a:gd name="T22" fmla="*/ 1 w 211"/>
                    <a:gd name="T23" fmla="*/ 1 h 137"/>
                    <a:gd name="T24" fmla="*/ 1 w 211"/>
                    <a:gd name="T25" fmla="*/ 1 h 137"/>
                    <a:gd name="T26" fmla="*/ 1 w 211"/>
                    <a:gd name="T27" fmla="*/ 1 h 137"/>
                    <a:gd name="T28" fmla="*/ 1 w 211"/>
                    <a:gd name="T29" fmla="*/ 1 h 137"/>
                    <a:gd name="T30" fmla="*/ 1 w 211"/>
                    <a:gd name="T31" fmla="*/ 1 h 137"/>
                    <a:gd name="T32" fmla="*/ 1 w 211"/>
                    <a:gd name="T33" fmla="*/ 1 h 137"/>
                    <a:gd name="T34" fmla="*/ 1 w 211"/>
                    <a:gd name="T35" fmla="*/ 1 h 137"/>
                    <a:gd name="T36" fmla="*/ 1 w 211"/>
                    <a:gd name="T37" fmla="*/ 1 h 137"/>
                    <a:gd name="T38" fmla="*/ 1 w 211"/>
                    <a:gd name="T39" fmla="*/ 1 h 137"/>
                    <a:gd name="T40" fmla="*/ 1 w 211"/>
                    <a:gd name="T41" fmla="*/ 1 h 137"/>
                    <a:gd name="T42" fmla="*/ 1 w 211"/>
                    <a:gd name="T43" fmla="*/ 1 h 137"/>
                    <a:gd name="T44" fmla="*/ 1 w 211"/>
                    <a:gd name="T45" fmla="*/ 1 h 137"/>
                    <a:gd name="T46" fmla="*/ 1 w 211"/>
                    <a:gd name="T47" fmla="*/ 1 h 137"/>
                    <a:gd name="T48" fmla="*/ 1 w 211"/>
                    <a:gd name="T49" fmla="*/ 1 h 137"/>
                    <a:gd name="T50" fmla="*/ 1 w 211"/>
                    <a:gd name="T51" fmla="*/ 1 h 137"/>
                    <a:gd name="T52" fmla="*/ 1 w 211"/>
                    <a:gd name="T53" fmla="*/ 1 h 137"/>
                    <a:gd name="T54" fmla="*/ 1 w 211"/>
                    <a:gd name="T55" fmla="*/ 1 h 137"/>
                    <a:gd name="T56" fmla="*/ 1 w 211"/>
                    <a:gd name="T57" fmla="*/ 1 h 137"/>
                    <a:gd name="T58" fmla="*/ 1 w 211"/>
                    <a:gd name="T59" fmla="*/ 1 h 137"/>
                    <a:gd name="T60" fmla="*/ 1 w 211"/>
                    <a:gd name="T61" fmla="*/ 1 h 137"/>
                    <a:gd name="T62" fmla="*/ 1 w 211"/>
                    <a:gd name="T63" fmla="*/ 1 h 137"/>
                    <a:gd name="T64" fmla="*/ 1 w 211"/>
                    <a:gd name="T65" fmla="*/ 1 h 137"/>
                    <a:gd name="T66" fmla="*/ 1 w 211"/>
                    <a:gd name="T67" fmla="*/ 1 h 137"/>
                    <a:gd name="T68" fmla="*/ 1 w 211"/>
                    <a:gd name="T69" fmla="*/ 1 h 137"/>
                    <a:gd name="T70" fmla="*/ 1 w 211"/>
                    <a:gd name="T71" fmla="*/ 1 h 137"/>
                    <a:gd name="T72" fmla="*/ 1 w 211"/>
                    <a:gd name="T73" fmla="*/ 1 h 137"/>
                    <a:gd name="T74" fmla="*/ 1 w 211"/>
                    <a:gd name="T75" fmla="*/ 1 h 137"/>
                    <a:gd name="T76" fmla="*/ 1 w 211"/>
                    <a:gd name="T77" fmla="*/ 1 h 137"/>
                    <a:gd name="T78" fmla="*/ 1 w 211"/>
                    <a:gd name="T79" fmla="*/ 1 h 137"/>
                    <a:gd name="T80" fmla="*/ 1 w 211"/>
                    <a:gd name="T81" fmla="*/ 1 h 137"/>
                    <a:gd name="T82" fmla="*/ 1 w 211"/>
                    <a:gd name="T83" fmla="*/ 1 h 137"/>
                    <a:gd name="T84" fmla="*/ 1 w 211"/>
                    <a:gd name="T85" fmla="*/ 1 h 137"/>
                    <a:gd name="T86" fmla="*/ 1 w 211"/>
                    <a:gd name="T87" fmla="*/ 1 h 137"/>
                    <a:gd name="T88" fmla="*/ 1 w 211"/>
                    <a:gd name="T89" fmla="*/ 1 h 137"/>
                    <a:gd name="T90" fmla="*/ 1 w 211"/>
                    <a:gd name="T91" fmla="*/ 1 h 137"/>
                    <a:gd name="T92" fmla="*/ 1 w 211"/>
                    <a:gd name="T93" fmla="*/ 1 h 137"/>
                    <a:gd name="T94" fmla="*/ 1 w 211"/>
                    <a:gd name="T95" fmla="*/ 1 h 137"/>
                    <a:gd name="T96" fmla="*/ 1 w 211"/>
                    <a:gd name="T97" fmla="*/ 1 h 137"/>
                    <a:gd name="T98" fmla="*/ 1 w 211"/>
                    <a:gd name="T99" fmla="*/ 1 h 137"/>
                    <a:gd name="T100" fmla="*/ 0 w 211"/>
                    <a:gd name="T101" fmla="*/ 1 h 137"/>
                    <a:gd name="T102" fmla="*/ 0 w 211"/>
                    <a:gd name="T103" fmla="*/ 1 h 137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211"/>
                    <a:gd name="T157" fmla="*/ 0 h 137"/>
                    <a:gd name="T158" fmla="*/ 211 w 211"/>
                    <a:gd name="T159" fmla="*/ 137 h 137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211" h="137">
                      <a:moveTo>
                        <a:pt x="0" y="17"/>
                      </a:moveTo>
                      <a:lnTo>
                        <a:pt x="3" y="21"/>
                      </a:lnTo>
                      <a:lnTo>
                        <a:pt x="9" y="27"/>
                      </a:lnTo>
                      <a:lnTo>
                        <a:pt x="14" y="30"/>
                      </a:lnTo>
                      <a:lnTo>
                        <a:pt x="20" y="30"/>
                      </a:lnTo>
                      <a:lnTo>
                        <a:pt x="26" y="27"/>
                      </a:lnTo>
                      <a:lnTo>
                        <a:pt x="31" y="17"/>
                      </a:lnTo>
                      <a:lnTo>
                        <a:pt x="37" y="10"/>
                      </a:lnTo>
                      <a:lnTo>
                        <a:pt x="43" y="6"/>
                      </a:lnTo>
                      <a:lnTo>
                        <a:pt x="46" y="8"/>
                      </a:lnTo>
                      <a:lnTo>
                        <a:pt x="50" y="10"/>
                      </a:lnTo>
                      <a:lnTo>
                        <a:pt x="52" y="13"/>
                      </a:lnTo>
                      <a:lnTo>
                        <a:pt x="54" y="15"/>
                      </a:lnTo>
                      <a:lnTo>
                        <a:pt x="63" y="12"/>
                      </a:lnTo>
                      <a:lnTo>
                        <a:pt x="78" y="6"/>
                      </a:lnTo>
                      <a:lnTo>
                        <a:pt x="95" y="0"/>
                      </a:lnTo>
                      <a:lnTo>
                        <a:pt x="102" y="2"/>
                      </a:lnTo>
                      <a:lnTo>
                        <a:pt x="104" y="10"/>
                      </a:lnTo>
                      <a:lnTo>
                        <a:pt x="104" y="15"/>
                      </a:lnTo>
                      <a:lnTo>
                        <a:pt x="104" y="19"/>
                      </a:lnTo>
                      <a:lnTo>
                        <a:pt x="106" y="21"/>
                      </a:lnTo>
                      <a:lnTo>
                        <a:pt x="112" y="21"/>
                      </a:lnTo>
                      <a:lnTo>
                        <a:pt x="119" y="21"/>
                      </a:lnTo>
                      <a:lnTo>
                        <a:pt x="131" y="21"/>
                      </a:lnTo>
                      <a:lnTo>
                        <a:pt x="142" y="21"/>
                      </a:lnTo>
                      <a:lnTo>
                        <a:pt x="153" y="23"/>
                      </a:lnTo>
                      <a:lnTo>
                        <a:pt x="162" y="23"/>
                      </a:lnTo>
                      <a:lnTo>
                        <a:pt x="170" y="25"/>
                      </a:lnTo>
                      <a:lnTo>
                        <a:pt x="174" y="27"/>
                      </a:lnTo>
                      <a:lnTo>
                        <a:pt x="174" y="32"/>
                      </a:lnTo>
                      <a:lnTo>
                        <a:pt x="172" y="36"/>
                      </a:lnTo>
                      <a:lnTo>
                        <a:pt x="170" y="40"/>
                      </a:lnTo>
                      <a:lnTo>
                        <a:pt x="168" y="43"/>
                      </a:lnTo>
                      <a:lnTo>
                        <a:pt x="174" y="47"/>
                      </a:lnTo>
                      <a:lnTo>
                        <a:pt x="183" y="49"/>
                      </a:lnTo>
                      <a:lnTo>
                        <a:pt x="190" y="53"/>
                      </a:lnTo>
                      <a:lnTo>
                        <a:pt x="196" y="57"/>
                      </a:lnTo>
                      <a:lnTo>
                        <a:pt x="196" y="58"/>
                      </a:lnTo>
                      <a:lnTo>
                        <a:pt x="194" y="62"/>
                      </a:lnTo>
                      <a:lnTo>
                        <a:pt x="192" y="64"/>
                      </a:lnTo>
                      <a:lnTo>
                        <a:pt x="190" y="68"/>
                      </a:lnTo>
                      <a:lnTo>
                        <a:pt x="192" y="70"/>
                      </a:lnTo>
                      <a:lnTo>
                        <a:pt x="200" y="72"/>
                      </a:lnTo>
                      <a:lnTo>
                        <a:pt x="205" y="72"/>
                      </a:lnTo>
                      <a:lnTo>
                        <a:pt x="209" y="75"/>
                      </a:lnTo>
                      <a:lnTo>
                        <a:pt x="209" y="77"/>
                      </a:lnTo>
                      <a:lnTo>
                        <a:pt x="205" y="81"/>
                      </a:lnTo>
                      <a:lnTo>
                        <a:pt x="203" y="83"/>
                      </a:lnTo>
                      <a:lnTo>
                        <a:pt x="202" y="86"/>
                      </a:lnTo>
                      <a:lnTo>
                        <a:pt x="203" y="90"/>
                      </a:lnTo>
                      <a:lnTo>
                        <a:pt x="207" y="94"/>
                      </a:lnTo>
                      <a:lnTo>
                        <a:pt x="211" y="98"/>
                      </a:lnTo>
                      <a:lnTo>
                        <a:pt x="211" y="103"/>
                      </a:lnTo>
                      <a:lnTo>
                        <a:pt x="207" y="107"/>
                      </a:lnTo>
                      <a:lnTo>
                        <a:pt x="202" y="107"/>
                      </a:lnTo>
                      <a:lnTo>
                        <a:pt x="196" y="105"/>
                      </a:lnTo>
                      <a:lnTo>
                        <a:pt x="192" y="107"/>
                      </a:lnTo>
                      <a:lnTo>
                        <a:pt x="190" y="111"/>
                      </a:lnTo>
                      <a:lnTo>
                        <a:pt x="190" y="115"/>
                      </a:lnTo>
                      <a:lnTo>
                        <a:pt x="190" y="120"/>
                      </a:lnTo>
                      <a:lnTo>
                        <a:pt x="187" y="124"/>
                      </a:lnTo>
                      <a:lnTo>
                        <a:pt x="181" y="124"/>
                      </a:lnTo>
                      <a:lnTo>
                        <a:pt x="175" y="118"/>
                      </a:lnTo>
                      <a:lnTo>
                        <a:pt x="168" y="113"/>
                      </a:lnTo>
                      <a:lnTo>
                        <a:pt x="164" y="111"/>
                      </a:lnTo>
                      <a:lnTo>
                        <a:pt x="162" y="116"/>
                      </a:lnTo>
                      <a:lnTo>
                        <a:pt x="162" y="124"/>
                      </a:lnTo>
                      <a:lnTo>
                        <a:pt x="162" y="133"/>
                      </a:lnTo>
                      <a:lnTo>
                        <a:pt x="159" y="137"/>
                      </a:lnTo>
                      <a:lnTo>
                        <a:pt x="147" y="131"/>
                      </a:lnTo>
                      <a:lnTo>
                        <a:pt x="132" y="120"/>
                      </a:lnTo>
                      <a:lnTo>
                        <a:pt x="117" y="109"/>
                      </a:lnTo>
                      <a:lnTo>
                        <a:pt x="106" y="105"/>
                      </a:lnTo>
                      <a:lnTo>
                        <a:pt x="102" y="111"/>
                      </a:lnTo>
                      <a:lnTo>
                        <a:pt x="104" y="122"/>
                      </a:lnTo>
                      <a:lnTo>
                        <a:pt x="106" y="131"/>
                      </a:lnTo>
                      <a:lnTo>
                        <a:pt x="102" y="137"/>
                      </a:lnTo>
                      <a:lnTo>
                        <a:pt x="93" y="130"/>
                      </a:lnTo>
                      <a:lnTo>
                        <a:pt x="82" y="113"/>
                      </a:lnTo>
                      <a:lnTo>
                        <a:pt x="72" y="96"/>
                      </a:lnTo>
                      <a:lnTo>
                        <a:pt x="67" y="88"/>
                      </a:lnTo>
                      <a:lnTo>
                        <a:pt x="65" y="92"/>
                      </a:lnTo>
                      <a:lnTo>
                        <a:pt x="65" y="100"/>
                      </a:lnTo>
                      <a:lnTo>
                        <a:pt x="61" y="109"/>
                      </a:lnTo>
                      <a:lnTo>
                        <a:pt x="56" y="113"/>
                      </a:lnTo>
                      <a:lnTo>
                        <a:pt x="48" y="107"/>
                      </a:lnTo>
                      <a:lnTo>
                        <a:pt x="44" y="90"/>
                      </a:lnTo>
                      <a:lnTo>
                        <a:pt x="43" y="73"/>
                      </a:lnTo>
                      <a:lnTo>
                        <a:pt x="41" y="66"/>
                      </a:lnTo>
                      <a:lnTo>
                        <a:pt x="37" y="66"/>
                      </a:lnTo>
                      <a:lnTo>
                        <a:pt x="33" y="68"/>
                      </a:lnTo>
                      <a:lnTo>
                        <a:pt x="28" y="70"/>
                      </a:lnTo>
                      <a:lnTo>
                        <a:pt x="24" y="70"/>
                      </a:lnTo>
                      <a:lnTo>
                        <a:pt x="22" y="66"/>
                      </a:lnTo>
                      <a:lnTo>
                        <a:pt x="22" y="57"/>
                      </a:lnTo>
                      <a:lnTo>
                        <a:pt x="20" y="45"/>
                      </a:lnTo>
                      <a:lnTo>
                        <a:pt x="13" y="36"/>
                      </a:lnTo>
                      <a:lnTo>
                        <a:pt x="9" y="32"/>
                      </a:lnTo>
                      <a:lnTo>
                        <a:pt x="7" y="30"/>
                      </a:lnTo>
                      <a:lnTo>
                        <a:pt x="3" y="27"/>
                      </a:lnTo>
                      <a:lnTo>
                        <a:pt x="1" y="25"/>
                      </a:lnTo>
                      <a:lnTo>
                        <a:pt x="0" y="23"/>
                      </a:lnTo>
                      <a:lnTo>
                        <a:pt x="0" y="21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6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0" name="Freeform 64"/>
                <p:cNvSpPr/>
                <p:nvPr/>
              </p:nvSpPr>
              <p:spPr bwMode="auto">
                <a:xfrm>
                  <a:off x="393" y="187"/>
                  <a:ext cx="61" cy="85"/>
                </a:xfrm>
                <a:custGeom>
                  <a:avLst/>
                  <a:gdLst>
                    <a:gd name="T0" fmla="*/ 0 w 124"/>
                    <a:gd name="T1" fmla="*/ 1 h 168"/>
                    <a:gd name="T2" fmla="*/ 0 w 124"/>
                    <a:gd name="T3" fmla="*/ 1 h 168"/>
                    <a:gd name="T4" fmla="*/ 0 w 124"/>
                    <a:gd name="T5" fmla="*/ 1 h 168"/>
                    <a:gd name="T6" fmla="*/ 0 w 124"/>
                    <a:gd name="T7" fmla="*/ 1 h 168"/>
                    <a:gd name="T8" fmla="*/ 0 w 124"/>
                    <a:gd name="T9" fmla="*/ 1 h 168"/>
                    <a:gd name="T10" fmla="*/ 0 w 124"/>
                    <a:gd name="T11" fmla="*/ 1 h 168"/>
                    <a:gd name="T12" fmla="*/ 0 w 124"/>
                    <a:gd name="T13" fmla="*/ 1 h 168"/>
                    <a:gd name="T14" fmla="*/ 0 w 124"/>
                    <a:gd name="T15" fmla="*/ 1 h 168"/>
                    <a:gd name="T16" fmla="*/ 0 w 124"/>
                    <a:gd name="T17" fmla="*/ 1 h 168"/>
                    <a:gd name="T18" fmla="*/ 0 w 124"/>
                    <a:gd name="T19" fmla="*/ 1 h 168"/>
                    <a:gd name="T20" fmla="*/ 0 w 124"/>
                    <a:gd name="T21" fmla="*/ 1 h 168"/>
                    <a:gd name="T22" fmla="*/ 0 w 124"/>
                    <a:gd name="T23" fmla="*/ 1 h 168"/>
                    <a:gd name="T24" fmla="*/ 0 w 124"/>
                    <a:gd name="T25" fmla="*/ 1 h 168"/>
                    <a:gd name="T26" fmla="*/ 0 w 124"/>
                    <a:gd name="T27" fmla="*/ 1 h 168"/>
                    <a:gd name="T28" fmla="*/ 0 w 124"/>
                    <a:gd name="T29" fmla="*/ 1 h 168"/>
                    <a:gd name="T30" fmla="*/ 0 w 124"/>
                    <a:gd name="T31" fmla="*/ 1 h 168"/>
                    <a:gd name="T32" fmla="*/ 0 w 124"/>
                    <a:gd name="T33" fmla="*/ 1 h 168"/>
                    <a:gd name="T34" fmla="*/ 0 w 124"/>
                    <a:gd name="T35" fmla="*/ 1 h 168"/>
                    <a:gd name="T36" fmla="*/ 0 w 124"/>
                    <a:gd name="T37" fmla="*/ 1 h 168"/>
                    <a:gd name="T38" fmla="*/ 0 w 124"/>
                    <a:gd name="T39" fmla="*/ 1 h 168"/>
                    <a:gd name="T40" fmla="*/ 0 w 124"/>
                    <a:gd name="T41" fmla="*/ 1 h 168"/>
                    <a:gd name="T42" fmla="*/ 0 w 124"/>
                    <a:gd name="T43" fmla="*/ 1 h 168"/>
                    <a:gd name="T44" fmla="*/ 0 w 124"/>
                    <a:gd name="T45" fmla="*/ 1 h 168"/>
                    <a:gd name="T46" fmla="*/ 0 w 124"/>
                    <a:gd name="T47" fmla="*/ 1 h 168"/>
                    <a:gd name="T48" fmla="*/ 0 w 124"/>
                    <a:gd name="T49" fmla="*/ 1 h 168"/>
                    <a:gd name="T50" fmla="*/ 0 w 124"/>
                    <a:gd name="T51" fmla="*/ 1 h 168"/>
                    <a:gd name="T52" fmla="*/ 0 w 124"/>
                    <a:gd name="T53" fmla="*/ 1 h 168"/>
                    <a:gd name="T54" fmla="*/ 0 w 124"/>
                    <a:gd name="T55" fmla="*/ 1 h 168"/>
                    <a:gd name="T56" fmla="*/ 0 w 124"/>
                    <a:gd name="T57" fmla="*/ 1 h 168"/>
                    <a:gd name="T58" fmla="*/ 0 w 124"/>
                    <a:gd name="T59" fmla="*/ 1 h 168"/>
                    <a:gd name="T60" fmla="*/ 0 w 124"/>
                    <a:gd name="T61" fmla="*/ 1 h 168"/>
                    <a:gd name="T62" fmla="*/ 0 w 124"/>
                    <a:gd name="T63" fmla="*/ 1 h 168"/>
                    <a:gd name="T64" fmla="*/ 0 w 124"/>
                    <a:gd name="T65" fmla="*/ 1 h 168"/>
                    <a:gd name="T66" fmla="*/ 0 w 124"/>
                    <a:gd name="T67" fmla="*/ 1 h 168"/>
                    <a:gd name="T68" fmla="*/ 0 w 124"/>
                    <a:gd name="T69" fmla="*/ 1 h 168"/>
                    <a:gd name="T70" fmla="*/ 0 w 124"/>
                    <a:gd name="T71" fmla="*/ 1 h 168"/>
                    <a:gd name="T72" fmla="*/ 0 w 124"/>
                    <a:gd name="T73" fmla="*/ 1 h 168"/>
                    <a:gd name="T74" fmla="*/ 0 w 124"/>
                    <a:gd name="T75" fmla="*/ 1 h 168"/>
                    <a:gd name="T76" fmla="*/ 0 w 124"/>
                    <a:gd name="T77" fmla="*/ 1 h 168"/>
                    <a:gd name="T78" fmla="*/ 0 w 124"/>
                    <a:gd name="T79" fmla="*/ 1 h 168"/>
                    <a:gd name="T80" fmla="*/ 0 w 124"/>
                    <a:gd name="T81" fmla="*/ 1 h 168"/>
                    <a:gd name="T82" fmla="*/ 0 w 124"/>
                    <a:gd name="T83" fmla="*/ 0 h 168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124"/>
                    <a:gd name="T127" fmla="*/ 0 h 168"/>
                    <a:gd name="T128" fmla="*/ 124 w 124"/>
                    <a:gd name="T129" fmla="*/ 168 h 168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124" h="168">
                      <a:moveTo>
                        <a:pt x="53" y="0"/>
                      </a:moveTo>
                      <a:lnTo>
                        <a:pt x="53" y="3"/>
                      </a:lnTo>
                      <a:lnTo>
                        <a:pt x="55" y="7"/>
                      </a:lnTo>
                      <a:lnTo>
                        <a:pt x="55" y="13"/>
                      </a:lnTo>
                      <a:lnTo>
                        <a:pt x="57" y="16"/>
                      </a:lnTo>
                      <a:lnTo>
                        <a:pt x="57" y="20"/>
                      </a:lnTo>
                      <a:lnTo>
                        <a:pt x="58" y="26"/>
                      </a:lnTo>
                      <a:lnTo>
                        <a:pt x="60" y="33"/>
                      </a:lnTo>
                      <a:lnTo>
                        <a:pt x="60" y="41"/>
                      </a:lnTo>
                      <a:lnTo>
                        <a:pt x="55" y="45"/>
                      </a:lnTo>
                      <a:lnTo>
                        <a:pt x="47" y="52"/>
                      </a:lnTo>
                      <a:lnTo>
                        <a:pt x="40" y="60"/>
                      </a:lnTo>
                      <a:lnTo>
                        <a:pt x="32" y="69"/>
                      </a:lnTo>
                      <a:lnTo>
                        <a:pt x="25" y="80"/>
                      </a:lnTo>
                      <a:lnTo>
                        <a:pt x="15" y="95"/>
                      </a:lnTo>
                      <a:lnTo>
                        <a:pt x="6" y="110"/>
                      </a:lnTo>
                      <a:lnTo>
                        <a:pt x="0" y="118"/>
                      </a:lnTo>
                      <a:lnTo>
                        <a:pt x="10" y="110"/>
                      </a:lnTo>
                      <a:lnTo>
                        <a:pt x="19" y="103"/>
                      </a:lnTo>
                      <a:lnTo>
                        <a:pt x="27" y="97"/>
                      </a:lnTo>
                      <a:lnTo>
                        <a:pt x="30" y="93"/>
                      </a:lnTo>
                      <a:lnTo>
                        <a:pt x="32" y="90"/>
                      </a:lnTo>
                      <a:lnTo>
                        <a:pt x="34" y="88"/>
                      </a:lnTo>
                      <a:lnTo>
                        <a:pt x="36" y="84"/>
                      </a:lnTo>
                      <a:lnTo>
                        <a:pt x="38" y="82"/>
                      </a:lnTo>
                      <a:lnTo>
                        <a:pt x="32" y="95"/>
                      </a:lnTo>
                      <a:lnTo>
                        <a:pt x="29" y="110"/>
                      </a:lnTo>
                      <a:lnTo>
                        <a:pt x="23" y="127"/>
                      </a:lnTo>
                      <a:lnTo>
                        <a:pt x="23" y="142"/>
                      </a:lnTo>
                      <a:lnTo>
                        <a:pt x="21" y="149"/>
                      </a:lnTo>
                      <a:lnTo>
                        <a:pt x="21" y="157"/>
                      </a:lnTo>
                      <a:lnTo>
                        <a:pt x="21" y="164"/>
                      </a:lnTo>
                      <a:lnTo>
                        <a:pt x="21" y="168"/>
                      </a:lnTo>
                      <a:lnTo>
                        <a:pt x="23" y="161"/>
                      </a:lnTo>
                      <a:lnTo>
                        <a:pt x="25" y="155"/>
                      </a:lnTo>
                      <a:lnTo>
                        <a:pt x="27" y="148"/>
                      </a:lnTo>
                      <a:lnTo>
                        <a:pt x="29" y="142"/>
                      </a:lnTo>
                      <a:lnTo>
                        <a:pt x="34" y="133"/>
                      </a:lnTo>
                      <a:lnTo>
                        <a:pt x="42" y="120"/>
                      </a:lnTo>
                      <a:lnTo>
                        <a:pt x="49" y="106"/>
                      </a:lnTo>
                      <a:lnTo>
                        <a:pt x="51" y="95"/>
                      </a:lnTo>
                      <a:lnTo>
                        <a:pt x="53" y="120"/>
                      </a:lnTo>
                      <a:lnTo>
                        <a:pt x="58" y="136"/>
                      </a:lnTo>
                      <a:lnTo>
                        <a:pt x="64" y="151"/>
                      </a:lnTo>
                      <a:lnTo>
                        <a:pt x="68" y="166"/>
                      </a:lnTo>
                      <a:lnTo>
                        <a:pt x="70" y="148"/>
                      </a:lnTo>
                      <a:lnTo>
                        <a:pt x="75" y="125"/>
                      </a:lnTo>
                      <a:lnTo>
                        <a:pt x="77" y="101"/>
                      </a:lnTo>
                      <a:lnTo>
                        <a:pt x="72" y="78"/>
                      </a:lnTo>
                      <a:lnTo>
                        <a:pt x="73" y="76"/>
                      </a:lnTo>
                      <a:lnTo>
                        <a:pt x="75" y="78"/>
                      </a:lnTo>
                      <a:lnTo>
                        <a:pt x="77" y="80"/>
                      </a:lnTo>
                      <a:lnTo>
                        <a:pt x="79" y="84"/>
                      </a:lnTo>
                      <a:lnTo>
                        <a:pt x="87" y="91"/>
                      </a:lnTo>
                      <a:lnTo>
                        <a:pt x="100" y="93"/>
                      </a:lnTo>
                      <a:lnTo>
                        <a:pt x="113" y="95"/>
                      </a:lnTo>
                      <a:lnTo>
                        <a:pt x="124" y="99"/>
                      </a:lnTo>
                      <a:lnTo>
                        <a:pt x="111" y="82"/>
                      </a:lnTo>
                      <a:lnTo>
                        <a:pt x="103" y="65"/>
                      </a:lnTo>
                      <a:lnTo>
                        <a:pt x="96" y="50"/>
                      </a:lnTo>
                      <a:lnTo>
                        <a:pt x="85" y="48"/>
                      </a:lnTo>
                      <a:lnTo>
                        <a:pt x="85" y="46"/>
                      </a:lnTo>
                      <a:lnTo>
                        <a:pt x="87" y="45"/>
                      </a:lnTo>
                      <a:lnTo>
                        <a:pt x="88" y="45"/>
                      </a:lnTo>
                      <a:lnTo>
                        <a:pt x="96" y="43"/>
                      </a:lnTo>
                      <a:lnTo>
                        <a:pt x="103" y="37"/>
                      </a:lnTo>
                      <a:lnTo>
                        <a:pt x="111" y="30"/>
                      </a:lnTo>
                      <a:lnTo>
                        <a:pt x="124" y="18"/>
                      </a:lnTo>
                      <a:lnTo>
                        <a:pt x="116" y="20"/>
                      </a:lnTo>
                      <a:lnTo>
                        <a:pt x="111" y="22"/>
                      </a:lnTo>
                      <a:lnTo>
                        <a:pt x="103" y="20"/>
                      </a:lnTo>
                      <a:lnTo>
                        <a:pt x="98" y="20"/>
                      </a:lnTo>
                      <a:lnTo>
                        <a:pt x="90" y="22"/>
                      </a:lnTo>
                      <a:lnTo>
                        <a:pt x="79" y="26"/>
                      </a:lnTo>
                      <a:lnTo>
                        <a:pt x="70" y="33"/>
                      </a:lnTo>
                      <a:lnTo>
                        <a:pt x="64" y="39"/>
                      </a:lnTo>
                      <a:lnTo>
                        <a:pt x="62" y="33"/>
                      </a:lnTo>
                      <a:lnTo>
                        <a:pt x="60" y="26"/>
                      </a:lnTo>
                      <a:lnTo>
                        <a:pt x="58" y="20"/>
                      </a:lnTo>
                      <a:lnTo>
                        <a:pt x="57" y="15"/>
                      </a:lnTo>
                      <a:lnTo>
                        <a:pt x="55" y="11"/>
                      </a:lnTo>
                      <a:lnTo>
                        <a:pt x="55" y="7"/>
                      </a:lnTo>
                      <a:lnTo>
                        <a:pt x="55" y="1"/>
                      </a:lnTo>
                      <a:lnTo>
                        <a:pt x="55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B26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1" name="Freeform 65"/>
                <p:cNvSpPr/>
                <p:nvPr/>
              </p:nvSpPr>
              <p:spPr bwMode="auto">
                <a:xfrm>
                  <a:off x="0" y="790"/>
                  <a:ext cx="84" cy="147"/>
                </a:xfrm>
                <a:custGeom>
                  <a:avLst/>
                  <a:gdLst>
                    <a:gd name="T0" fmla="*/ 0 w 169"/>
                    <a:gd name="T1" fmla="*/ 1 h 292"/>
                    <a:gd name="T2" fmla="*/ 0 w 169"/>
                    <a:gd name="T3" fmla="*/ 1 h 292"/>
                    <a:gd name="T4" fmla="*/ 0 w 169"/>
                    <a:gd name="T5" fmla="*/ 1 h 292"/>
                    <a:gd name="T6" fmla="*/ 0 w 169"/>
                    <a:gd name="T7" fmla="*/ 1 h 292"/>
                    <a:gd name="T8" fmla="*/ 0 w 169"/>
                    <a:gd name="T9" fmla="*/ 1 h 292"/>
                    <a:gd name="T10" fmla="*/ 0 w 169"/>
                    <a:gd name="T11" fmla="*/ 1 h 292"/>
                    <a:gd name="T12" fmla="*/ 0 w 169"/>
                    <a:gd name="T13" fmla="*/ 1 h 292"/>
                    <a:gd name="T14" fmla="*/ 0 w 169"/>
                    <a:gd name="T15" fmla="*/ 1 h 292"/>
                    <a:gd name="T16" fmla="*/ 0 w 169"/>
                    <a:gd name="T17" fmla="*/ 1 h 292"/>
                    <a:gd name="T18" fmla="*/ 0 w 169"/>
                    <a:gd name="T19" fmla="*/ 1 h 292"/>
                    <a:gd name="T20" fmla="*/ 0 w 169"/>
                    <a:gd name="T21" fmla="*/ 1 h 292"/>
                    <a:gd name="T22" fmla="*/ 0 w 169"/>
                    <a:gd name="T23" fmla="*/ 1 h 292"/>
                    <a:gd name="T24" fmla="*/ 0 w 169"/>
                    <a:gd name="T25" fmla="*/ 1 h 292"/>
                    <a:gd name="T26" fmla="*/ 0 w 169"/>
                    <a:gd name="T27" fmla="*/ 1 h 292"/>
                    <a:gd name="T28" fmla="*/ 0 w 169"/>
                    <a:gd name="T29" fmla="*/ 1 h 292"/>
                    <a:gd name="T30" fmla="*/ 0 w 169"/>
                    <a:gd name="T31" fmla="*/ 1 h 292"/>
                    <a:gd name="T32" fmla="*/ 0 w 169"/>
                    <a:gd name="T33" fmla="*/ 1 h 292"/>
                    <a:gd name="T34" fmla="*/ 0 w 169"/>
                    <a:gd name="T35" fmla="*/ 1 h 292"/>
                    <a:gd name="T36" fmla="*/ 0 w 169"/>
                    <a:gd name="T37" fmla="*/ 1 h 292"/>
                    <a:gd name="T38" fmla="*/ 0 w 169"/>
                    <a:gd name="T39" fmla="*/ 1 h 292"/>
                    <a:gd name="T40" fmla="*/ 0 w 169"/>
                    <a:gd name="T41" fmla="*/ 1 h 292"/>
                    <a:gd name="T42" fmla="*/ 0 w 169"/>
                    <a:gd name="T43" fmla="*/ 1 h 292"/>
                    <a:gd name="T44" fmla="*/ 0 w 169"/>
                    <a:gd name="T45" fmla="*/ 1 h 292"/>
                    <a:gd name="T46" fmla="*/ 0 w 169"/>
                    <a:gd name="T47" fmla="*/ 1 h 292"/>
                    <a:gd name="T48" fmla="*/ 0 w 169"/>
                    <a:gd name="T49" fmla="*/ 1 h 292"/>
                    <a:gd name="T50" fmla="*/ 0 w 169"/>
                    <a:gd name="T51" fmla="*/ 1 h 292"/>
                    <a:gd name="T52" fmla="*/ 0 w 169"/>
                    <a:gd name="T53" fmla="*/ 1 h 292"/>
                    <a:gd name="T54" fmla="*/ 0 w 169"/>
                    <a:gd name="T55" fmla="*/ 1 h 292"/>
                    <a:gd name="T56" fmla="*/ 0 w 169"/>
                    <a:gd name="T57" fmla="*/ 1 h 292"/>
                    <a:gd name="T58" fmla="*/ 0 w 169"/>
                    <a:gd name="T59" fmla="*/ 1 h 292"/>
                    <a:gd name="T60" fmla="*/ 0 w 169"/>
                    <a:gd name="T61" fmla="*/ 1 h 292"/>
                    <a:gd name="T62" fmla="*/ 0 w 169"/>
                    <a:gd name="T63" fmla="*/ 1 h 292"/>
                    <a:gd name="T64" fmla="*/ 0 w 169"/>
                    <a:gd name="T65" fmla="*/ 1 h 292"/>
                    <a:gd name="T66" fmla="*/ 0 w 169"/>
                    <a:gd name="T67" fmla="*/ 1 h 292"/>
                    <a:gd name="T68" fmla="*/ 0 w 169"/>
                    <a:gd name="T69" fmla="*/ 1 h 292"/>
                    <a:gd name="T70" fmla="*/ 0 w 169"/>
                    <a:gd name="T71" fmla="*/ 1 h 292"/>
                    <a:gd name="T72" fmla="*/ 0 w 169"/>
                    <a:gd name="T73" fmla="*/ 1 h 292"/>
                    <a:gd name="T74" fmla="*/ 0 w 169"/>
                    <a:gd name="T75" fmla="*/ 1 h 292"/>
                    <a:gd name="T76" fmla="*/ 0 w 169"/>
                    <a:gd name="T77" fmla="*/ 1 h 292"/>
                    <a:gd name="T78" fmla="*/ 0 w 169"/>
                    <a:gd name="T79" fmla="*/ 1 h 292"/>
                    <a:gd name="T80" fmla="*/ 0 w 169"/>
                    <a:gd name="T81" fmla="*/ 1 h 292"/>
                    <a:gd name="T82" fmla="*/ 0 w 169"/>
                    <a:gd name="T83" fmla="*/ 1 h 292"/>
                    <a:gd name="T84" fmla="*/ 0 w 169"/>
                    <a:gd name="T85" fmla="*/ 1 h 292"/>
                    <a:gd name="T86" fmla="*/ 0 w 169"/>
                    <a:gd name="T87" fmla="*/ 1 h 292"/>
                    <a:gd name="T88" fmla="*/ 0 w 169"/>
                    <a:gd name="T89" fmla="*/ 1 h 292"/>
                    <a:gd name="T90" fmla="*/ 0 w 169"/>
                    <a:gd name="T91" fmla="*/ 1 h 292"/>
                    <a:gd name="T92" fmla="*/ 0 w 169"/>
                    <a:gd name="T93" fmla="*/ 1 h 292"/>
                    <a:gd name="T94" fmla="*/ 0 w 169"/>
                    <a:gd name="T95" fmla="*/ 1 h 292"/>
                    <a:gd name="T96" fmla="*/ 0 w 169"/>
                    <a:gd name="T97" fmla="*/ 1 h 292"/>
                    <a:gd name="T98" fmla="*/ 0 w 169"/>
                    <a:gd name="T99" fmla="*/ 1 h 292"/>
                    <a:gd name="T100" fmla="*/ 0 w 169"/>
                    <a:gd name="T101" fmla="*/ 1 h 292"/>
                    <a:gd name="T102" fmla="*/ 0 w 169"/>
                    <a:gd name="T103" fmla="*/ 1 h 292"/>
                    <a:gd name="T104" fmla="*/ 0 w 169"/>
                    <a:gd name="T105" fmla="*/ 1 h 292"/>
                    <a:gd name="T106" fmla="*/ 0 w 169"/>
                    <a:gd name="T107" fmla="*/ 0 h 292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w 169"/>
                    <a:gd name="T163" fmla="*/ 0 h 292"/>
                    <a:gd name="T164" fmla="*/ 169 w 169"/>
                    <a:gd name="T165" fmla="*/ 292 h 292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T162" t="T163" r="T164" b="T165"/>
                  <a:pathLst>
                    <a:path w="169" h="292">
                      <a:moveTo>
                        <a:pt x="103" y="0"/>
                      </a:moveTo>
                      <a:lnTo>
                        <a:pt x="102" y="6"/>
                      </a:lnTo>
                      <a:lnTo>
                        <a:pt x="100" y="15"/>
                      </a:lnTo>
                      <a:lnTo>
                        <a:pt x="98" y="24"/>
                      </a:lnTo>
                      <a:lnTo>
                        <a:pt x="98" y="32"/>
                      </a:lnTo>
                      <a:lnTo>
                        <a:pt x="105" y="35"/>
                      </a:lnTo>
                      <a:lnTo>
                        <a:pt x="118" y="39"/>
                      </a:lnTo>
                      <a:lnTo>
                        <a:pt x="131" y="43"/>
                      </a:lnTo>
                      <a:lnTo>
                        <a:pt x="137" y="49"/>
                      </a:lnTo>
                      <a:lnTo>
                        <a:pt x="137" y="54"/>
                      </a:lnTo>
                      <a:lnTo>
                        <a:pt x="135" y="58"/>
                      </a:lnTo>
                      <a:lnTo>
                        <a:pt x="133" y="62"/>
                      </a:lnTo>
                      <a:lnTo>
                        <a:pt x="131" y="65"/>
                      </a:lnTo>
                      <a:lnTo>
                        <a:pt x="139" y="77"/>
                      </a:lnTo>
                      <a:lnTo>
                        <a:pt x="154" y="92"/>
                      </a:lnTo>
                      <a:lnTo>
                        <a:pt x="167" y="109"/>
                      </a:lnTo>
                      <a:lnTo>
                        <a:pt x="169" y="120"/>
                      </a:lnTo>
                      <a:lnTo>
                        <a:pt x="161" y="124"/>
                      </a:lnTo>
                      <a:lnTo>
                        <a:pt x="154" y="125"/>
                      </a:lnTo>
                      <a:lnTo>
                        <a:pt x="148" y="127"/>
                      </a:lnTo>
                      <a:lnTo>
                        <a:pt x="146" y="129"/>
                      </a:lnTo>
                      <a:lnTo>
                        <a:pt x="152" y="144"/>
                      </a:lnTo>
                      <a:lnTo>
                        <a:pt x="161" y="170"/>
                      </a:lnTo>
                      <a:lnTo>
                        <a:pt x="169" y="197"/>
                      </a:lnTo>
                      <a:lnTo>
                        <a:pt x="169" y="212"/>
                      </a:lnTo>
                      <a:lnTo>
                        <a:pt x="161" y="213"/>
                      </a:lnTo>
                      <a:lnTo>
                        <a:pt x="156" y="212"/>
                      </a:lnTo>
                      <a:lnTo>
                        <a:pt x="150" y="210"/>
                      </a:lnTo>
                      <a:lnTo>
                        <a:pt x="146" y="212"/>
                      </a:lnTo>
                      <a:lnTo>
                        <a:pt x="145" y="219"/>
                      </a:lnTo>
                      <a:lnTo>
                        <a:pt x="146" y="232"/>
                      </a:lnTo>
                      <a:lnTo>
                        <a:pt x="146" y="245"/>
                      </a:lnTo>
                      <a:lnTo>
                        <a:pt x="143" y="253"/>
                      </a:lnTo>
                      <a:lnTo>
                        <a:pt x="137" y="255"/>
                      </a:lnTo>
                      <a:lnTo>
                        <a:pt x="133" y="253"/>
                      </a:lnTo>
                      <a:lnTo>
                        <a:pt x="130" y="251"/>
                      </a:lnTo>
                      <a:lnTo>
                        <a:pt x="124" y="251"/>
                      </a:lnTo>
                      <a:lnTo>
                        <a:pt x="122" y="257"/>
                      </a:lnTo>
                      <a:lnTo>
                        <a:pt x="124" y="264"/>
                      </a:lnTo>
                      <a:lnTo>
                        <a:pt x="126" y="272"/>
                      </a:lnTo>
                      <a:lnTo>
                        <a:pt x="124" y="277"/>
                      </a:lnTo>
                      <a:lnTo>
                        <a:pt x="120" y="279"/>
                      </a:lnTo>
                      <a:lnTo>
                        <a:pt x="115" y="277"/>
                      </a:lnTo>
                      <a:lnTo>
                        <a:pt x="109" y="273"/>
                      </a:lnTo>
                      <a:lnTo>
                        <a:pt x="105" y="273"/>
                      </a:lnTo>
                      <a:lnTo>
                        <a:pt x="102" y="277"/>
                      </a:lnTo>
                      <a:lnTo>
                        <a:pt x="100" y="285"/>
                      </a:lnTo>
                      <a:lnTo>
                        <a:pt x="98" y="290"/>
                      </a:lnTo>
                      <a:lnTo>
                        <a:pt x="92" y="292"/>
                      </a:lnTo>
                      <a:lnTo>
                        <a:pt x="85" y="290"/>
                      </a:lnTo>
                      <a:lnTo>
                        <a:pt x="81" y="285"/>
                      </a:lnTo>
                      <a:lnTo>
                        <a:pt x="79" y="277"/>
                      </a:lnTo>
                      <a:lnTo>
                        <a:pt x="75" y="272"/>
                      </a:lnTo>
                      <a:lnTo>
                        <a:pt x="72" y="270"/>
                      </a:lnTo>
                      <a:lnTo>
                        <a:pt x="66" y="272"/>
                      </a:lnTo>
                      <a:lnTo>
                        <a:pt x="60" y="273"/>
                      </a:lnTo>
                      <a:lnTo>
                        <a:pt x="55" y="272"/>
                      </a:lnTo>
                      <a:lnTo>
                        <a:pt x="53" y="264"/>
                      </a:lnTo>
                      <a:lnTo>
                        <a:pt x="57" y="255"/>
                      </a:lnTo>
                      <a:lnTo>
                        <a:pt x="58" y="245"/>
                      </a:lnTo>
                      <a:lnTo>
                        <a:pt x="58" y="238"/>
                      </a:lnTo>
                      <a:lnTo>
                        <a:pt x="53" y="238"/>
                      </a:lnTo>
                      <a:lnTo>
                        <a:pt x="44" y="242"/>
                      </a:lnTo>
                      <a:lnTo>
                        <a:pt x="34" y="245"/>
                      </a:lnTo>
                      <a:lnTo>
                        <a:pt x="27" y="243"/>
                      </a:lnTo>
                      <a:lnTo>
                        <a:pt x="27" y="228"/>
                      </a:lnTo>
                      <a:lnTo>
                        <a:pt x="34" y="204"/>
                      </a:lnTo>
                      <a:lnTo>
                        <a:pt x="42" y="180"/>
                      </a:lnTo>
                      <a:lnTo>
                        <a:pt x="42" y="165"/>
                      </a:lnTo>
                      <a:lnTo>
                        <a:pt x="32" y="165"/>
                      </a:lnTo>
                      <a:lnTo>
                        <a:pt x="21" y="170"/>
                      </a:lnTo>
                      <a:lnTo>
                        <a:pt x="10" y="176"/>
                      </a:lnTo>
                      <a:lnTo>
                        <a:pt x="0" y="174"/>
                      </a:lnTo>
                      <a:lnTo>
                        <a:pt x="0" y="168"/>
                      </a:lnTo>
                      <a:lnTo>
                        <a:pt x="4" y="161"/>
                      </a:lnTo>
                      <a:lnTo>
                        <a:pt x="12" y="152"/>
                      </a:lnTo>
                      <a:lnTo>
                        <a:pt x="21" y="142"/>
                      </a:lnTo>
                      <a:lnTo>
                        <a:pt x="30" y="133"/>
                      </a:lnTo>
                      <a:lnTo>
                        <a:pt x="40" y="124"/>
                      </a:lnTo>
                      <a:lnTo>
                        <a:pt x="44" y="118"/>
                      </a:lnTo>
                      <a:lnTo>
                        <a:pt x="45" y="114"/>
                      </a:lnTo>
                      <a:lnTo>
                        <a:pt x="40" y="114"/>
                      </a:lnTo>
                      <a:lnTo>
                        <a:pt x="29" y="118"/>
                      </a:lnTo>
                      <a:lnTo>
                        <a:pt x="19" y="118"/>
                      </a:lnTo>
                      <a:lnTo>
                        <a:pt x="12" y="112"/>
                      </a:lnTo>
                      <a:lnTo>
                        <a:pt x="10" y="107"/>
                      </a:lnTo>
                      <a:lnTo>
                        <a:pt x="15" y="99"/>
                      </a:lnTo>
                      <a:lnTo>
                        <a:pt x="23" y="94"/>
                      </a:lnTo>
                      <a:lnTo>
                        <a:pt x="32" y="88"/>
                      </a:lnTo>
                      <a:lnTo>
                        <a:pt x="44" y="84"/>
                      </a:lnTo>
                      <a:lnTo>
                        <a:pt x="53" y="79"/>
                      </a:lnTo>
                      <a:lnTo>
                        <a:pt x="58" y="75"/>
                      </a:lnTo>
                      <a:lnTo>
                        <a:pt x="60" y="73"/>
                      </a:lnTo>
                      <a:lnTo>
                        <a:pt x="57" y="69"/>
                      </a:lnTo>
                      <a:lnTo>
                        <a:pt x="53" y="64"/>
                      </a:lnTo>
                      <a:lnTo>
                        <a:pt x="49" y="60"/>
                      </a:lnTo>
                      <a:lnTo>
                        <a:pt x="47" y="54"/>
                      </a:lnTo>
                      <a:lnTo>
                        <a:pt x="53" y="50"/>
                      </a:lnTo>
                      <a:lnTo>
                        <a:pt x="66" y="45"/>
                      </a:lnTo>
                      <a:lnTo>
                        <a:pt x="79" y="37"/>
                      </a:lnTo>
                      <a:lnTo>
                        <a:pt x="88" y="26"/>
                      </a:lnTo>
                      <a:lnTo>
                        <a:pt x="90" y="21"/>
                      </a:lnTo>
                      <a:lnTo>
                        <a:pt x="94" y="17"/>
                      </a:lnTo>
                      <a:lnTo>
                        <a:pt x="96" y="11"/>
                      </a:lnTo>
                      <a:lnTo>
                        <a:pt x="98" y="7"/>
                      </a:lnTo>
                      <a:lnTo>
                        <a:pt x="98" y="6"/>
                      </a:lnTo>
                      <a:lnTo>
                        <a:pt x="102" y="2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D8A5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2" name="Freeform 66"/>
                <p:cNvSpPr/>
                <p:nvPr/>
              </p:nvSpPr>
              <p:spPr bwMode="auto">
                <a:xfrm>
                  <a:off x="70" y="1011"/>
                  <a:ext cx="141" cy="125"/>
                </a:xfrm>
                <a:custGeom>
                  <a:avLst/>
                  <a:gdLst>
                    <a:gd name="T0" fmla="*/ 1 w 282"/>
                    <a:gd name="T1" fmla="*/ 1 h 249"/>
                    <a:gd name="T2" fmla="*/ 1 w 282"/>
                    <a:gd name="T3" fmla="*/ 1 h 249"/>
                    <a:gd name="T4" fmla="*/ 1 w 282"/>
                    <a:gd name="T5" fmla="*/ 1 h 249"/>
                    <a:gd name="T6" fmla="*/ 1 w 282"/>
                    <a:gd name="T7" fmla="*/ 1 h 249"/>
                    <a:gd name="T8" fmla="*/ 1 w 282"/>
                    <a:gd name="T9" fmla="*/ 1 h 249"/>
                    <a:gd name="T10" fmla="*/ 1 w 282"/>
                    <a:gd name="T11" fmla="*/ 1 h 249"/>
                    <a:gd name="T12" fmla="*/ 1 w 282"/>
                    <a:gd name="T13" fmla="*/ 1 h 249"/>
                    <a:gd name="T14" fmla="*/ 1 w 282"/>
                    <a:gd name="T15" fmla="*/ 1 h 249"/>
                    <a:gd name="T16" fmla="*/ 1 w 282"/>
                    <a:gd name="T17" fmla="*/ 1 h 249"/>
                    <a:gd name="T18" fmla="*/ 1 w 282"/>
                    <a:gd name="T19" fmla="*/ 1 h 249"/>
                    <a:gd name="T20" fmla="*/ 1 w 282"/>
                    <a:gd name="T21" fmla="*/ 1 h 249"/>
                    <a:gd name="T22" fmla="*/ 1 w 282"/>
                    <a:gd name="T23" fmla="*/ 1 h 249"/>
                    <a:gd name="T24" fmla="*/ 1 w 282"/>
                    <a:gd name="T25" fmla="*/ 1 h 249"/>
                    <a:gd name="T26" fmla="*/ 1 w 282"/>
                    <a:gd name="T27" fmla="*/ 1 h 249"/>
                    <a:gd name="T28" fmla="*/ 1 w 282"/>
                    <a:gd name="T29" fmla="*/ 1 h 249"/>
                    <a:gd name="T30" fmla="*/ 1 w 282"/>
                    <a:gd name="T31" fmla="*/ 1 h 249"/>
                    <a:gd name="T32" fmla="*/ 1 w 282"/>
                    <a:gd name="T33" fmla="*/ 1 h 249"/>
                    <a:gd name="T34" fmla="*/ 1 w 282"/>
                    <a:gd name="T35" fmla="*/ 1 h 249"/>
                    <a:gd name="T36" fmla="*/ 1 w 282"/>
                    <a:gd name="T37" fmla="*/ 1 h 249"/>
                    <a:gd name="T38" fmla="*/ 1 w 282"/>
                    <a:gd name="T39" fmla="*/ 1 h 249"/>
                    <a:gd name="T40" fmla="*/ 1 w 282"/>
                    <a:gd name="T41" fmla="*/ 1 h 249"/>
                    <a:gd name="T42" fmla="*/ 1 w 282"/>
                    <a:gd name="T43" fmla="*/ 1 h 249"/>
                    <a:gd name="T44" fmla="*/ 1 w 282"/>
                    <a:gd name="T45" fmla="*/ 1 h 249"/>
                    <a:gd name="T46" fmla="*/ 1 w 282"/>
                    <a:gd name="T47" fmla="*/ 1 h 249"/>
                    <a:gd name="T48" fmla="*/ 1 w 282"/>
                    <a:gd name="T49" fmla="*/ 1 h 249"/>
                    <a:gd name="T50" fmla="*/ 1 w 282"/>
                    <a:gd name="T51" fmla="*/ 1 h 249"/>
                    <a:gd name="T52" fmla="*/ 1 w 282"/>
                    <a:gd name="T53" fmla="*/ 1 h 249"/>
                    <a:gd name="T54" fmla="*/ 1 w 282"/>
                    <a:gd name="T55" fmla="*/ 1 h 249"/>
                    <a:gd name="T56" fmla="*/ 1 w 282"/>
                    <a:gd name="T57" fmla="*/ 1 h 249"/>
                    <a:gd name="T58" fmla="*/ 1 w 282"/>
                    <a:gd name="T59" fmla="*/ 1 h 249"/>
                    <a:gd name="T60" fmla="*/ 1 w 282"/>
                    <a:gd name="T61" fmla="*/ 1 h 249"/>
                    <a:gd name="T62" fmla="*/ 1 w 282"/>
                    <a:gd name="T63" fmla="*/ 1 h 249"/>
                    <a:gd name="T64" fmla="*/ 1 w 282"/>
                    <a:gd name="T65" fmla="*/ 1 h 249"/>
                    <a:gd name="T66" fmla="*/ 1 w 282"/>
                    <a:gd name="T67" fmla="*/ 1 h 249"/>
                    <a:gd name="T68" fmla="*/ 1 w 282"/>
                    <a:gd name="T69" fmla="*/ 1 h 249"/>
                    <a:gd name="T70" fmla="*/ 1 w 282"/>
                    <a:gd name="T71" fmla="*/ 1 h 249"/>
                    <a:gd name="T72" fmla="*/ 1 w 282"/>
                    <a:gd name="T73" fmla="*/ 1 h 249"/>
                    <a:gd name="T74" fmla="*/ 1 w 282"/>
                    <a:gd name="T75" fmla="*/ 1 h 249"/>
                    <a:gd name="T76" fmla="*/ 1 w 282"/>
                    <a:gd name="T77" fmla="*/ 1 h 249"/>
                    <a:gd name="T78" fmla="*/ 1 w 282"/>
                    <a:gd name="T79" fmla="*/ 1 h 249"/>
                    <a:gd name="T80" fmla="*/ 1 w 282"/>
                    <a:gd name="T81" fmla="*/ 1 h 249"/>
                    <a:gd name="T82" fmla="*/ 1 w 282"/>
                    <a:gd name="T83" fmla="*/ 1 h 249"/>
                    <a:gd name="T84" fmla="*/ 1 w 282"/>
                    <a:gd name="T85" fmla="*/ 1 h 249"/>
                    <a:gd name="T86" fmla="*/ 1 w 282"/>
                    <a:gd name="T87" fmla="*/ 1 h 249"/>
                    <a:gd name="T88" fmla="*/ 1 w 282"/>
                    <a:gd name="T89" fmla="*/ 1 h 249"/>
                    <a:gd name="T90" fmla="*/ 1 w 282"/>
                    <a:gd name="T91" fmla="*/ 1 h 249"/>
                    <a:gd name="T92" fmla="*/ 1 w 282"/>
                    <a:gd name="T93" fmla="*/ 1 h 249"/>
                    <a:gd name="T94" fmla="*/ 1 w 282"/>
                    <a:gd name="T95" fmla="*/ 1 h 249"/>
                    <a:gd name="T96" fmla="*/ 1 w 282"/>
                    <a:gd name="T97" fmla="*/ 1 h 249"/>
                    <a:gd name="T98" fmla="*/ 1 w 282"/>
                    <a:gd name="T99" fmla="*/ 1 h 249"/>
                    <a:gd name="T100" fmla="*/ 1 w 282"/>
                    <a:gd name="T101" fmla="*/ 1 h 249"/>
                    <a:gd name="T102" fmla="*/ 1 w 282"/>
                    <a:gd name="T103" fmla="*/ 1 h 249"/>
                    <a:gd name="T104" fmla="*/ 1 w 282"/>
                    <a:gd name="T105" fmla="*/ 1 h 249"/>
                    <a:gd name="T106" fmla="*/ 1 w 282"/>
                    <a:gd name="T107" fmla="*/ 1 h 249"/>
                    <a:gd name="T108" fmla="*/ 1 w 282"/>
                    <a:gd name="T109" fmla="*/ 0 h 249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w 282"/>
                    <a:gd name="T166" fmla="*/ 0 h 249"/>
                    <a:gd name="T167" fmla="*/ 282 w 282"/>
                    <a:gd name="T168" fmla="*/ 249 h 249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T165" t="T166" r="T167" b="T168"/>
                  <a:pathLst>
                    <a:path w="282" h="249">
                      <a:moveTo>
                        <a:pt x="224" y="0"/>
                      </a:moveTo>
                      <a:lnTo>
                        <a:pt x="221" y="6"/>
                      </a:lnTo>
                      <a:lnTo>
                        <a:pt x="217" y="13"/>
                      </a:lnTo>
                      <a:lnTo>
                        <a:pt x="211" y="21"/>
                      </a:lnTo>
                      <a:lnTo>
                        <a:pt x="206" y="26"/>
                      </a:lnTo>
                      <a:lnTo>
                        <a:pt x="200" y="34"/>
                      </a:lnTo>
                      <a:lnTo>
                        <a:pt x="193" y="47"/>
                      </a:lnTo>
                      <a:lnTo>
                        <a:pt x="187" y="58"/>
                      </a:lnTo>
                      <a:lnTo>
                        <a:pt x="185" y="67"/>
                      </a:lnTo>
                      <a:lnTo>
                        <a:pt x="194" y="66"/>
                      </a:lnTo>
                      <a:lnTo>
                        <a:pt x="208" y="64"/>
                      </a:lnTo>
                      <a:lnTo>
                        <a:pt x="224" y="62"/>
                      </a:lnTo>
                      <a:lnTo>
                        <a:pt x="236" y="66"/>
                      </a:lnTo>
                      <a:lnTo>
                        <a:pt x="245" y="71"/>
                      </a:lnTo>
                      <a:lnTo>
                        <a:pt x="260" y="80"/>
                      </a:lnTo>
                      <a:lnTo>
                        <a:pt x="273" y="90"/>
                      </a:lnTo>
                      <a:lnTo>
                        <a:pt x="282" y="92"/>
                      </a:lnTo>
                      <a:lnTo>
                        <a:pt x="266" y="94"/>
                      </a:lnTo>
                      <a:lnTo>
                        <a:pt x="249" y="95"/>
                      </a:lnTo>
                      <a:lnTo>
                        <a:pt x="234" y="97"/>
                      </a:lnTo>
                      <a:lnTo>
                        <a:pt x="228" y="95"/>
                      </a:lnTo>
                      <a:lnTo>
                        <a:pt x="224" y="94"/>
                      </a:lnTo>
                      <a:lnTo>
                        <a:pt x="223" y="94"/>
                      </a:lnTo>
                      <a:lnTo>
                        <a:pt x="219" y="94"/>
                      </a:lnTo>
                      <a:lnTo>
                        <a:pt x="215" y="94"/>
                      </a:lnTo>
                      <a:lnTo>
                        <a:pt x="221" y="105"/>
                      </a:lnTo>
                      <a:lnTo>
                        <a:pt x="226" y="116"/>
                      </a:lnTo>
                      <a:lnTo>
                        <a:pt x="226" y="133"/>
                      </a:lnTo>
                      <a:lnTo>
                        <a:pt x="219" y="154"/>
                      </a:lnTo>
                      <a:lnTo>
                        <a:pt x="221" y="161"/>
                      </a:lnTo>
                      <a:lnTo>
                        <a:pt x="219" y="170"/>
                      </a:lnTo>
                      <a:lnTo>
                        <a:pt x="215" y="180"/>
                      </a:lnTo>
                      <a:lnTo>
                        <a:pt x="209" y="185"/>
                      </a:lnTo>
                      <a:lnTo>
                        <a:pt x="209" y="180"/>
                      </a:lnTo>
                      <a:lnTo>
                        <a:pt x="209" y="172"/>
                      </a:lnTo>
                      <a:lnTo>
                        <a:pt x="208" y="167"/>
                      </a:lnTo>
                      <a:lnTo>
                        <a:pt x="204" y="163"/>
                      </a:lnTo>
                      <a:lnTo>
                        <a:pt x="196" y="157"/>
                      </a:lnTo>
                      <a:lnTo>
                        <a:pt x="185" y="150"/>
                      </a:lnTo>
                      <a:lnTo>
                        <a:pt x="178" y="139"/>
                      </a:lnTo>
                      <a:lnTo>
                        <a:pt x="176" y="127"/>
                      </a:lnTo>
                      <a:lnTo>
                        <a:pt x="168" y="146"/>
                      </a:lnTo>
                      <a:lnTo>
                        <a:pt x="159" y="165"/>
                      </a:lnTo>
                      <a:lnTo>
                        <a:pt x="150" y="182"/>
                      </a:lnTo>
                      <a:lnTo>
                        <a:pt x="136" y="197"/>
                      </a:lnTo>
                      <a:lnTo>
                        <a:pt x="125" y="212"/>
                      </a:lnTo>
                      <a:lnTo>
                        <a:pt x="114" y="225"/>
                      </a:lnTo>
                      <a:lnTo>
                        <a:pt x="105" y="238"/>
                      </a:lnTo>
                      <a:lnTo>
                        <a:pt x="99" y="249"/>
                      </a:lnTo>
                      <a:lnTo>
                        <a:pt x="103" y="227"/>
                      </a:lnTo>
                      <a:lnTo>
                        <a:pt x="103" y="202"/>
                      </a:lnTo>
                      <a:lnTo>
                        <a:pt x="110" y="170"/>
                      </a:lnTo>
                      <a:lnTo>
                        <a:pt x="135" y="133"/>
                      </a:lnTo>
                      <a:lnTo>
                        <a:pt x="131" y="135"/>
                      </a:lnTo>
                      <a:lnTo>
                        <a:pt x="125" y="139"/>
                      </a:lnTo>
                      <a:lnTo>
                        <a:pt x="120" y="144"/>
                      </a:lnTo>
                      <a:lnTo>
                        <a:pt x="114" y="152"/>
                      </a:lnTo>
                      <a:lnTo>
                        <a:pt x="105" y="163"/>
                      </a:lnTo>
                      <a:lnTo>
                        <a:pt x="92" y="174"/>
                      </a:lnTo>
                      <a:lnTo>
                        <a:pt x="77" y="184"/>
                      </a:lnTo>
                      <a:lnTo>
                        <a:pt x="62" y="193"/>
                      </a:lnTo>
                      <a:lnTo>
                        <a:pt x="45" y="204"/>
                      </a:lnTo>
                      <a:lnTo>
                        <a:pt x="28" y="213"/>
                      </a:lnTo>
                      <a:lnTo>
                        <a:pt x="13" y="223"/>
                      </a:lnTo>
                      <a:lnTo>
                        <a:pt x="0" y="234"/>
                      </a:lnTo>
                      <a:lnTo>
                        <a:pt x="20" y="213"/>
                      </a:lnTo>
                      <a:lnTo>
                        <a:pt x="39" y="195"/>
                      </a:lnTo>
                      <a:lnTo>
                        <a:pt x="56" y="176"/>
                      </a:lnTo>
                      <a:lnTo>
                        <a:pt x="69" y="159"/>
                      </a:lnTo>
                      <a:lnTo>
                        <a:pt x="82" y="142"/>
                      </a:lnTo>
                      <a:lnTo>
                        <a:pt x="95" y="129"/>
                      </a:lnTo>
                      <a:lnTo>
                        <a:pt x="108" y="120"/>
                      </a:lnTo>
                      <a:lnTo>
                        <a:pt x="121" y="112"/>
                      </a:lnTo>
                      <a:lnTo>
                        <a:pt x="123" y="109"/>
                      </a:lnTo>
                      <a:lnTo>
                        <a:pt x="123" y="107"/>
                      </a:lnTo>
                      <a:lnTo>
                        <a:pt x="120" y="107"/>
                      </a:lnTo>
                      <a:lnTo>
                        <a:pt x="114" y="110"/>
                      </a:lnTo>
                      <a:lnTo>
                        <a:pt x="105" y="116"/>
                      </a:lnTo>
                      <a:lnTo>
                        <a:pt x="97" y="120"/>
                      </a:lnTo>
                      <a:lnTo>
                        <a:pt x="92" y="120"/>
                      </a:lnTo>
                      <a:lnTo>
                        <a:pt x="86" y="120"/>
                      </a:lnTo>
                      <a:lnTo>
                        <a:pt x="78" y="120"/>
                      </a:lnTo>
                      <a:lnTo>
                        <a:pt x="69" y="120"/>
                      </a:lnTo>
                      <a:lnTo>
                        <a:pt x="58" y="120"/>
                      </a:lnTo>
                      <a:lnTo>
                        <a:pt x="45" y="122"/>
                      </a:lnTo>
                      <a:lnTo>
                        <a:pt x="52" y="120"/>
                      </a:lnTo>
                      <a:lnTo>
                        <a:pt x="60" y="116"/>
                      </a:lnTo>
                      <a:lnTo>
                        <a:pt x="67" y="112"/>
                      </a:lnTo>
                      <a:lnTo>
                        <a:pt x="75" y="109"/>
                      </a:lnTo>
                      <a:lnTo>
                        <a:pt x="82" y="105"/>
                      </a:lnTo>
                      <a:lnTo>
                        <a:pt x="90" y="101"/>
                      </a:lnTo>
                      <a:lnTo>
                        <a:pt x="97" y="95"/>
                      </a:lnTo>
                      <a:lnTo>
                        <a:pt x="105" y="90"/>
                      </a:lnTo>
                      <a:lnTo>
                        <a:pt x="114" y="84"/>
                      </a:lnTo>
                      <a:lnTo>
                        <a:pt x="123" y="80"/>
                      </a:lnTo>
                      <a:lnTo>
                        <a:pt x="135" y="77"/>
                      </a:lnTo>
                      <a:lnTo>
                        <a:pt x="144" y="75"/>
                      </a:lnTo>
                      <a:lnTo>
                        <a:pt x="153" y="73"/>
                      </a:lnTo>
                      <a:lnTo>
                        <a:pt x="163" y="71"/>
                      </a:lnTo>
                      <a:lnTo>
                        <a:pt x="168" y="71"/>
                      </a:lnTo>
                      <a:lnTo>
                        <a:pt x="174" y="71"/>
                      </a:lnTo>
                      <a:lnTo>
                        <a:pt x="179" y="62"/>
                      </a:lnTo>
                      <a:lnTo>
                        <a:pt x="187" y="49"/>
                      </a:lnTo>
                      <a:lnTo>
                        <a:pt x="194" y="36"/>
                      </a:lnTo>
                      <a:lnTo>
                        <a:pt x="202" y="26"/>
                      </a:lnTo>
                      <a:lnTo>
                        <a:pt x="209" y="19"/>
                      </a:lnTo>
                      <a:lnTo>
                        <a:pt x="213" y="11"/>
                      </a:lnTo>
                      <a:lnTo>
                        <a:pt x="217" y="6"/>
                      </a:lnTo>
                      <a:lnTo>
                        <a:pt x="219" y="2"/>
                      </a:lnTo>
                      <a:lnTo>
                        <a:pt x="224" y="0"/>
                      </a:lnTo>
                      <a:close/>
                    </a:path>
                  </a:pathLst>
                </a:custGeom>
                <a:solidFill>
                  <a:srgbClr val="006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3" name="Freeform 67"/>
                <p:cNvSpPr/>
                <p:nvPr/>
              </p:nvSpPr>
              <p:spPr bwMode="auto">
                <a:xfrm>
                  <a:off x="256" y="513"/>
                  <a:ext cx="140" cy="109"/>
                </a:xfrm>
                <a:custGeom>
                  <a:avLst/>
                  <a:gdLst>
                    <a:gd name="T0" fmla="*/ 0 w 281"/>
                    <a:gd name="T1" fmla="*/ 1 h 218"/>
                    <a:gd name="T2" fmla="*/ 0 w 281"/>
                    <a:gd name="T3" fmla="*/ 1 h 218"/>
                    <a:gd name="T4" fmla="*/ 0 w 281"/>
                    <a:gd name="T5" fmla="*/ 1 h 218"/>
                    <a:gd name="T6" fmla="*/ 0 w 281"/>
                    <a:gd name="T7" fmla="*/ 1 h 218"/>
                    <a:gd name="T8" fmla="*/ 0 w 281"/>
                    <a:gd name="T9" fmla="*/ 1 h 218"/>
                    <a:gd name="T10" fmla="*/ 0 w 281"/>
                    <a:gd name="T11" fmla="*/ 1 h 218"/>
                    <a:gd name="T12" fmla="*/ 0 w 281"/>
                    <a:gd name="T13" fmla="*/ 1 h 218"/>
                    <a:gd name="T14" fmla="*/ 0 w 281"/>
                    <a:gd name="T15" fmla="*/ 1 h 218"/>
                    <a:gd name="T16" fmla="*/ 0 w 281"/>
                    <a:gd name="T17" fmla="*/ 1 h 218"/>
                    <a:gd name="T18" fmla="*/ 0 w 281"/>
                    <a:gd name="T19" fmla="*/ 1 h 218"/>
                    <a:gd name="T20" fmla="*/ 0 w 281"/>
                    <a:gd name="T21" fmla="*/ 1 h 218"/>
                    <a:gd name="T22" fmla="*/ 0 w 281"/>
                    <a:gd name="T23" fmla="*/ 1 h 218"/>
                    <a:gd name="T24" fmla="*/ 0 w 281"/>
                    <a:gd name="T25" fmla="*/ 1 h 218"/>
                    <a:gd name="T26" fmla="*/ 0 w 281"/>
                    <a:gd name="T27" fmla="*/ 1 h 218"/>
                    <a:gd name="T28" fmla="*/ 0 w 281"/>
                    <a:gd name="T29" fmla="*/ 1 h 218"/>
                    <a:gd name="T30" fmla="*/ 0 w 281"/>
                    <a:gd name="T31" fmla="*/ 1 h 218"/>
                    <a:gd name="T32" fmla="*/ 0 w 281"/>
                    <a:gd name="T33" fmla="*/ 1 h 218"/>
                    <a:gd name="T34" fmla="*/ 0 w 281"/>
                    <a:gd name="T35" fmla="*/ 1 h 218"/>
                    <a:gd name="T36" fmla="*/ 0 w 281"/>
                    <a:gd name="T37" fmla="*/ 1 h 218"/>
                    <a:gd name="T38" fmla="*/ 0 w 281"/>
                    <a:gd name="T39" fmla="*/ 1 h 218"/>
                    <a:gd name="T40" fmla="*/ 0 w 281"/>
                    <a:gd name="T41" fmla="*/ 1 h 218"/>
                    <a:gd name="T42" fmla="*/ 0 w 281"/>
                    <a:gd name="T43" fmla="*/ 1 h 218"/>
                    <a:gd name="T44" fmla="*/ 0 w 281"/>
                    <a:gd name="T45" fmla="*/ 1 h 218"/>
                    <a:gd name="T46" fmla="*/ 0 w 281"/>
                    <a:gd name="T47" fmla="*/ 1 h 218"/>
                    <a:gd name="T48" fmla="*/ 0 w 281"/>
                    <a:gd name="T49" fmla="*/ 1 h 218"/>
                    <a:gd name="T50" fmla="*/ 0 w 281"/>
                    <a:gd name="T51" fmla="*/ 1 h 218"/>
                    <a:gd name="T52" fmla="*/ 0 w 281"/>
                    <a:gd name="T53" fmla="*/ 1 h 218"/>
                    <a:gd name="T54" fmla="*/ 0 w 281"/>
                    <a:gd name="T55" fmla="*/ 1 h 218"/>
                    <a:gd name="T56" fmla="*/ 0 w 281"/>
                    <a:gd name="T57" fmla="*/ 1 h 218"/>
                    <a:gd name="T58" fmla="*/ 0 w 281"/>
                    <a:gd name="T59" fmla="*/ 1 h 218"/>
                    <a:gd name="T60" fmla="*/ 0 w 281"/>
                    <a:gd name="T61" fmla="*/ 1 h 218"/>
                    <a:gd name="T62" fmla="*/ 0 w 281"/>
                    <a:gd name="T63" fmla="*/ 1 h 218"/>
                    <a:gd name="T64" fmla="*/ 0 w 281"/>
                    <a:gd name="T65" fmla="*/ 1 h 218"/>
                    <a:gd name="T66" fmla="*/ 0 w 281"/>
                    <a:gd name="T67" fmla="*/ 1 h 218"/>
                    <a:gd name="T68" fmla="*/ 0 w 281"/>
                    <a:gd name="T69" fmla="*/ 1 h 218"/>
                    <a:gd name="T70" fmla="*/ 0 w 281"/>
                    <a:gd name="T71" fmla="*/ 1 h 218"/>
                    <a:gd name="T72" fmla="*/ 0 w 281"/>
                    <a:gd name="T73" fmla="*/ 1 h 218"/>
                    <a:gd name="T74" fmla="*/ 0 w 281"/>
                    <a:gd name="T75" fmla="*/ 1 h 218"/>
                    <a:gd name="T76" fmla="*/ 0 w 281"/>
                    <a:gd name="T77" fmla="*/ 1 h 218"/>
                    <a:gd name="T78" fmla="*/ 0 w 281"/>
                    <a:gd name="T79" fmla="*/ 1 h 218"/>
                    <a:gd name="T80" fmla="*/ 0 w 281"/>
                    <a:gd name="T81" fmla="*/ 1 h 218"/>
                    <a:gd name="T82" fmla="*/ 0 w 281"/>
                    <a:gd name="T83" fmla="*/ 1 h 218"/>
                    <a:gd name="T84" fmla="*/ 0 w 281"/>
                    <a:gd name="T85" fmla="*/ 1 h 218"/>
                    <a:gd name="T86" fmla="*/ 0 w 281"/>
                    <a:gd name="T87" fmla="*/ 1 h 218"/>
                    <a:gd name="T88" fmla="*/ 0 w 281"/>
                    <a:gd name="T89" fmla="*/ 1 h 218"/>
                    <a:gd name="T90" fmla="*/ 0 w 281"/>
                    <a:gd name="T91" fmla="*/ 1 h 218"/>
                    <a:gd name="T92" fmla="*/ 0 w 281"/>
                    <a:gd name="T93" fmla="*/ 0 h 218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281"/>
                    <a:gd name="T142" fmla="*/ 0 h 218"/>
                    <a:gd name="T143" fmla="*/ 281 w 281"/>
                    <a:gd name="T144" fmla="*/ 218 h 218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281" h="218">
                      <a:moveTo>
                        <a:pt x="75" y="0"/>
                      </a:moveTo>
                      <a:lnTo>
                        <a:pt x="83" y="10"/>
                      </a:lnTo>
                      <a:lnTo>
                        <a:pt x="92" y="21"/>
                      </a:lnTo>
                      <a:lnTo>
                        <a:pt x="101" y="32"/>
                      </a:lnTo>
                      <a:lnTo>
                        <a:pt x="101" y="38"/>
                      </a:lnTo>
                      <a:lnTo>
                        <a:pt x="96" y="38"/>
                      </a:lnTo>
                      <a:lnTo>
                        <a:pt x="88" y="36"/>
                      </a:lnTo>
                      <a:lnTo>
                        <a:pt x="79" y="36"/>
                      </a:lnTo>
                      <a:lnTo>
                        <a:pt x="68" y="34"/>
                      </a:lnTo>
                      <a:lnTo>
                        <a:pt x="56" y="32"/>
                      </a:lnTo>
                      <a:lnTo>
                        <a:pt x="45" y="30"/>
                      </a:lnTo>
                      <a:lnTo>
                        <a:pt x="36" y="27"/>
                      </a:lnTo>
                      <a:lnTo>
                        <a:pt x="30" y="25"/>
                      </a:lnTo>
                      <a:lnTo>
                        <a:pt x="28" y="29"/>
                      </a:lnTo>
                      <a:lnTo>
                        <a:pt x="19" y="32"/>
                      </a:lnTo>
                      <a:lnTo>
                        <a:pt x="8" y="34"/>
                      </a:lnTo>
                      <a:lnTo>
                        <a:pt x="0" y="34"/>
                      </a:lnTo>
                      <a:lnTo>
                        <a:pt x="10" y="42"/>
                      </a:lnTo>
                      <a:lnTo>
                        <a:pt x="13" y="53"/>
                      </a:lnTo>
                      <a:lnTo>
                        <a:pt x="11" y="62"/>
                      </a:lnTo>
                      <a:lnTo>
                        <a:pt x="6" y="70"/>
                      </a:lnTo>
                      <a:lnTo>
                        <a:pt x="15" y="72"/>
                      </a:lnTo>
                      <a:lnTo>
                        <a:pt x="28" y="72"/>
                      </a:lnTo>
                      <a:lnTo>
                        <a:pt x="40" y="75"/>
                      </a:lnTo>
                      <a:lnTo>
                        <a:pt x="51" y="79"/>
                      </a:lnTo>
                      <a:lnTo>
                        <a:pt x="55" y="87"/>
                      </a:lnTo>
                      <a:lnTo>
                        <a:pt x="55" y="94"/>
                      </a:lnTo>
                      <a:lnTo>
                        <a:pt x="55" y="103"/>
                      </a:lnTo>
                      <a:lnTo>
                        <a:pt x="58" y="113"/>
                      </a:lnTo>
                      <a:lnTo>
                        <a:pt x="66" y="122"/>
                      </a:lnTo>
                      <a:lnTo>
                        <a:pt x="73" y="132"/>
                      </a:lnTo>
                      <a:lnTo>
                        <a:pt x="81" y="143"/>
                      </a:lnTo>
                      <a:lnTo>
                        <a:pt x="86" y="150"/>
                      </a:lnTo>
                      <a:lnTo>
                        <a:pt x="98" y="145"/>
                      </a:lnTo>
                      <a:lnTo>
                        <a:pt x="107" y="135"/>
                      </a:lnTo>
                      <a:lnTo>
                        <a:pt x="116" y="130"/>
                      </a:lnTo>
                      <a:lnTo>
                        <a:pt x="126" y="128"/>
                      </a:lnTo>
                      <a:lnTo>
                        <a:pt x="135" y="133"/>
                      </a:lnTo>
                      <a:lnTo>
                        <a:pt x="148" y="147"/>
                      </a:lnTo>
                      <a:lnTo>
                        <a:pt x="161" y="162"/>
                      </a:lnTo>
                      <a:lnTo>
                        <a:pt x="171" y="175"/>
                      </a:lnTo>
                      <a:lnTo>
                        <a:pt x="176" y="175"/>
                      </a:lnTo>
                      <a:lnTo>
                        <a:pt x="185" y="177"/>
                      </a:lnTo>
                      <a:lnTo>
                        <a:pt x="195" y="180"/>
                      </a:lnTo>
                      <a:lnTo>
                        <a:pt x="206" y="186"/>
                      </a:lnTo>
                      <a:lnTo>
                        <a:pt x="217" y="193"/>
                      </a:lnTo>
                      <a:lnTo>
                        <a:pt x="229" y="201"/>
                      </a:lnTo>
                      <a:lnTo>
                        <a:pt x="240" y="210"/>
                      </a:lnTo>
                      <a:lnTo>
                        <a:pt x="251" y="218"/>
                      </a:lnTo>
                      <a:lnTo>
                        <a:pt x="244" y="197"/>
                      </a:lnTo>
                      <a:lnTo>
                        <a:pt x="238" y="178"/>
                      </a:lnTo>
                      <a:lnTo>
                        <a:pt x="240" y="167"/>
                      </a:lnTo>
                      <a:lnTo>
                        <a:pt x="253" y="165"/>
                      </a:lnTo>
                      <a:lnTo>
                        <a:pt x="242" y="152"/>
                      </a:lnTo>
                      <a:lnTo>
                        <a:pt x="225" y="137"/>
                      </a:lnTo>
                      <a:lnTo>
                        <a:pt x="210" y="122"/>
                      </a:lnTo>
                      <a:lnTo>
                        <a:pt x="204" y="115"/>
                      </a:lnTo>
                      <a:lnTo>
                        <a:pt x="210" y="115"/>
                      </a:lnTo>
                      <a:lnTo>
                        <a:pt x="223" y="118"/>
                      </a:lnTo>
                      <a:lnTo>
                        <a:pt x="236" y="126"/>
                      </a:lnTo>
                      <a:lnTo>
                        <a:pt x="244" y="132"/>
                      </a:lnTo>
                      <a:lnTo>
                        <a:pt x="247" y="126"/>
                      </a:lnTo>
                      <a:lnTo>
                        <a:pt x="257" y="124"/>
                      </a:lnTo>
                      <a:lnTo>
                        <a:pt x="270" y="126"/>
                      </a:lnTo>
                      <a:lnTo>
                        <a:pt x="281" y="130"/>
                      </a:lnTo>
                      <a:lnTo>
                        <a:pt x="264" y="113"/>
                      </a:lnTo>
                      <a:lnTo>
                        <a:pt x="253" y="102"/>
                      </a:lnTo>
                      <a:lnTo>
                        <a:pt x="245" y="94"/>
                      </a:lnTo>
                      <a:lnTo>
                        <a:pt x="247" y="90"/>
                      </a:lnTo>
                      <a:lnTo>
                        <a:pt x="234" y="83"/>
                      </a:lnTo>
                      <a:lnTo>
                        <a:pt x="221" y="75"/>
                      </a:lnTo>
                      <a:lnTo>
                        <a:pt x="212" y="70"/>
                      </a:lnTo>
                      <a:lnTo>
                        <a:pt x="208" y="64"/>
                      </a:lnTo>
                      <a:lnTo>
                        <a:pt x="208" y="59"/>
                      </a:lnTo>
                      <a:lnTo>
                        <a:pt x="214" y="51"/>
                      </a:lnTo>
                      <a:lnTo>
                        <a:pt x="219" y="45"/>
                      </a:lnTo>
                      <a:lnTo>
                        <a:pt x="225" y="42"/>
                      </a:lnTo>
                      <a:lnTo>
                        <a:pt x="210" y="38"/>
                      </a:lnTo>
                      <a:lnTo>
                        <a:pt x="193" y="32"/>
                      </a:lnTo>
                      <a:lnTo>
                        <a:pt x="178" y="29"/>
                      </a:lnTo>
                      <a:lnTo>
                        <a:pt x="171" y="25"/>
                      </a:lnTo>
                      <a:lnTo>
                        <a:pt x="167" y="21"/>
                      </a:lnTo>
                      <a:lnTo>
                        <a:pt x="167" y="17"/>
                      </a:lnTo>
                      <a:lnTo>
                        <a:pt x="165" y="15"/>
                      </a:lnTo>
                      <a:lnTo>
                        <a:pt x="167" y="12"/>
                      </a:lnTo>
                      <a:lnTo>
                        <a:pt x="154" y="15"/>
                      </a:lnTo>
                      <a:lnTo>
                        <a:pt x="139" y="21"/>
                      </a:lnTo>
                      <a:lnTo>
                        <a:pt x="124" y="30"/>
                      </a:lnTo>
                      <a:lnTo>
                        <a:pt x="114" y="38"/>
                      </a:lnTo>
                      <a:lnTo>
                        <a:pt x="107" y="34"/>
                      </a:lnTo>
                      <a:lnTo>
                        <a:pt x="98" y="23"/>
                      </a:lnTo>
                      <a:lnTo>
                        <a:pt x="90" y="12"/>
                      </a:lnTo>
                      <a:lnTo>
                        <a:pt x="84" y="6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C1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4" name="Freeform 68"/>
                <p:cNvSpPr/>
                <p:nvPr/>
              </p:nvSpPr>
              <p:spPr bwMode="auto">
                <a:xfrm>
                  <a:off x="396" y="1124"/>
                  <a:ext cx="94" cy="100"/>
                </a:xfrm>
                <a:custGeom>
                  <a:avLst/>
                  <a:gdLst>
                    <a:gd name="T0" fmla="*/ 1 w 187"/>
                    <a:gd name="T1" fmla="*/ 1 h 200"/>
                    <a:gd name="T2" fmla="*/ 1 w 187"/>
                    <a:gd name="T3" fmla="*/ 1 h 200"/>
                    <a:gd name="T4" fmla="*/ 1 w 187"/>
                    <a:gd name="T5" fmla="*/ 1 h 200"/>
                    <a:gd name="T6" fmla="*/ 1 w 187"/>
                    <a:gd name="T7" fmla="*/ 1 h 200"/>
                    <a:gd name="T8" fmla="*/ 1 w 187"/>
                    <a:gd name="T9" fmla="*/ 1 h 200"/>
                    <a:gd name="T10" fmla="*/ 1 w 187"/>
                    <a:gd name="T11" fmla="*/ 1 h 200"/>
                    <a:gd name="T12" fmla="*/ 1 w 187"/>
                    <a:gd name="T13" fmla="*/ 1 h 200"/>
                    <a:gd name="T14" fmla="*/ 1 w 187"/>
                    <a:gd name="T15" fmla="*/ 1 h 200"/>
                    <a:gd name="T16" fmla="*/ 1 w 187"/>
                    <a:gd name="T17" fmla="*/ 1 h 200"/>
                    <a:gd name="T18" fmla="*/ 1 w 187"/>
                    <a:gd name="T19" fmla="*/ 1 h 200"/>
                    <a:gd name="T20" fmla="*/ 1 w 187"/>
                    <a:gd name="T21" fmla="*/ 1 h 200"/>
                    <a:gd name="T22" fmla="*/ 1 w 187"/>
                    <a:gd name="T23" fmla="*/ 1 h 200"/>
                    <a:gd name="T24" fmla="*/ 1 w 187"/>
                    <a:gd name="T25" fmla="*/ 1 h 200"/>
                    <a:gd name="T26" fmla="*/ 1 w 187"/>
                    <a:gd name="T27" fmla="*/ 1 h 200"/>
                    <a:gd name="T28" fmla="*/ 1 w 187"/>
                    <a:gd name="T29" fmla="*/ 1 h 200"/>
                    <a:gd name="T30" fmla="*/ 1 w 187"/>
                    <a:gd name="T31" fmla="*/ 1 h 200"/>
                    <a:gd name="T32" fmla="*/ 1 w 187"/>
                    <a:gd name="T33" fmla="*/ 1 h 200"/>
                    <a:gd name="T34" fmla="*/ 1 w 187"/>
                    <a:gd name="T35" fmla="*/ 1 h 200"/>
                    <a:gd name="T36" fmla="*/ 1 w 187"/>
                    <a:gd name="T37" fmla="*/ 1 h 200"/>
                    <a:gd name="T38" fmla="*/ 1 w 187"/>
                    <a:gd name="T39" fmla="*/ 1 h 200"/>
                    <a:gd name="T40" fmla="*/ 1 w 187"/>
                    <a:gd name="T41" fmla="*/ 1 h 200"/>
                    <a:gd name="T42" fmla="*/ 1 w 187"/>
                    <a:gd name="T43" fmla="*/ 1 h 200"/>
                    <a:gd name="T44" fmla="*/ 1 w 187"/>
                    <a:gd name="T45" fmla="*/ 1 h 200"/>
                    <a:gd name="T46" fmla="*/ 1 w 187"/>
                    <a:gd name="T47" fmla="*/ 1 h 200"/>
                    <a:gd name="T48" fmla="*/ 1 w 187"/>
                    <a:gd name="T49" fmla="*/ 1 h 200"/>
                    <a:gd name="T50" fmla="*/ 1 w 187"/>
                    <a:gd name="T51" fmla="*/ 1 h 200"/>
                    <a:gd name="T52" fmla="*/ 1 w 187"/>
                    <a:gd name="T53" fmla="*/ 1 h 200"/>
                    <a:gd name="T54" fmla="*/ 1 w 187"/>
                    <a:gd name="T55" fmla="*/ 1 h 200"/>
                    <a:gd name="T56" fmla="*/ 1 w 187"/>
                    <a:gd name="T57" fmla="*/ 1 h 200"/>
                    <a:gd name="T58" fmla="*/ 1 w 187"/>
                    <a:gd name="T59" fmla="*/ 1 h 200"/>
                    <a:gd name="T60" fmla="*/ 1 w 187"/>
                    <a:gd name="T61" fmla="*/ 1 h 200"/>
                    <a:gd name="T62" fmla="*/ 1 w 187"/>
                    <a:gd name="T63" fmla="*/ 1 h 200"/>
                    <a:gd name="T64" fmla="*/ 1 w 187"/>
                    <a:gd name="T65" fmla="*/ 1 h 200"/>
                    <a:gd name="T66" fmla="*/ 1 w 187"/>
                    <a:gd name="T67" fmla="*/ 1 h 200"/>
                    <a:gd name="T68" fmla="*/ 1 w 187"/>
                    <a:gd name="T69" fmla="*/ 1 h 200"/>
                    <a:gd name="T70" fmla="*/ 1 w 187"/>
                    <a:gd name="T71" fmla="*/ 1 h 200"/>
                    <a:gd name="T72" fmla="*/ 1 w 187"/>
                    <a:gd name="T73" fmla="*/ 1 h 200"/>
                    <a:gd name="T74" fmla="*/ 1 w 187"/>
                    <a:gd name="T75" fmla="*/ 1 h 200"/>
                    <a:gd name="T76" fmla="*/ 1 w 187"/>
                    <a:gd name="T77" fmla="*/ 1 h 200"/>
                    <a:gd name="T78" fmla="*/ 1 w 187"/>
                    <a:gd name="T79" fmla="*/ 1 h 200"/>
                    <a:gd name="T80" fmla="*/ 1 w 187"/>
                    <a:gd name="T81" fmla="*/ 1 h 200"/>
                    <a:gd name="T82" fmla="*/ 1 w 187"/>
                    <a:gd name="T83" fmla="*/ 1 h 200"/>
                    <a:gd name="T84" fmla="*/ 1 w 187"/>
                    <a:gd name="T85" fmla="*/ 1 h 200"/>
                    <a:gd name="T86" fmla="*/ 1 w 187"/>
                    <a:gd name="T87" fmla="*/ 1 h 200"/>
                    <a:gd name="T88" fmla="*/ 1 w 187"/>
                    <a:gd name="T89" fmla="*/ 1 h 200"/>
                    <a:gd name="T90" fmla="*/ 1 w 187"/>
                    <a:gd name="T91" fmla="*/ 1 h 200"/>
                    <a:gd name="T92" fmla="*/ 1 w 187"/>
                    <a:gd name="T93" fmla="*/ 1 h 200"/>
                    <a:gd name="T94" fmla="*/ 1 w 187"/>
                    <a:gd name="T95" fmla="*/ 1 h 200"/>
                    <a:gd name="T96" fmla="*/ 1 w 187"/>
                    <a:gd name="T97" fmla="*/ 1 h 200"/>
                    <a:gd name="T98" fmla="*/ 1 w 187"/>
                    <a:gd name="T99" fmla="*/ 1 h 200"/>
                    <a:gd name="T100" fmla="*/ 1 w 187"/>
                    <a:gd name="T101" fmla="*/ 0 h 20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87"/>
                    <a:gd name="T154" fmla="*/ 0 h 200"/>
                    <a:gd name="T155" fmla="*/ 187 w 187"/>
                    <a:gd name="T156" fmla="*/ 200 h 20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87" h="200">
                      <a:moveTo>
                        <a:pt x="19" y="0"/>
                      </a:moveTo>
                      <a:lnTo>
                        <a:pt x="21" y="3"/>
                      </a:lnTo>
                      <a:lnTo>
                        <a:pt x="26" y="7"/>
                      </a:lnTo>
                      <a:lnTo>
                        <a:pt x="30" y="13"/>
                      </a:lnTo>
                      <a:lnTo>
                        <a:pt x="32" y="18"/>
                      </a:lnTo>
                      <a:lnTo>
                        <a:pt x="34" y="24"/>
                      </a:lnTo>
                      <a:lnTo>
                        <a:pt x="39" y="33"/>
                      </a:lnTo>
                      <a:lnTo>
                        <a:pt x="45" y="43"/>
                      </a:lnTo>
                      <a:lnTo>
                        <a:pt x="52" y="47"/>
                      </a:lnTo>
                      <a:lnTo>
                        <a:pt x="58" y="41"/>
                      </a:lnTo>
                      <a:lnTo>
                        <a:pt x="69" y="35"/>
                      </a:lnTo>
                      <a:lnTo>
                        <a:pt x="80" y="28"/>
                      </a:lnTo>
                      <a:lnTo>
                        <a:pt x="92" y="24"/>
                      </a:lnTo>
                      <a:lnTo>
                        <a:pt x="97" y="24"/>
                      </a:lnTo>
                      <a:lnTo>
                        <a:pt x="105" y="22"/>
                      </a:lnTo>
                      <a:lnTo>
                        <a:pt x="114" y="22"/>
                      </a:lnTo>
                      <a:lnTo>
                        <a:pt x="123" y="22"/>
                      </a:lnTo>
                      <a:lnTo>
                        <a:pt x="133" y="22"/>
                      </a:lnTo>
                      <a:lnTo>
                        <a:pt x="142" y="20"/>
                      </a:lnTo>
                      <a:lnTo>
                        <a:pt x="150" y="20"/>
                      </a:lnTo>
                      <a:lnTo>
                        <a:pt x="153" y="18"/>
                      </a:lnTo>
                      <a:lnTo>
                        <a:pt x="140" y="26"/>
                      </a:lnTo>
                      <a:lnTo>
                        <a:pt x="129" y="33"/>
                      </a:lnTo>
                      <a:lnTo>
                        <a:pt x="122" y="41"/>
                      </a:lnTo>
                      <a:lnTo>
                        <a:pt x="116" y="43"/>
                      </a:lnTo>
                      <a:lnTo>
                        <a:pt x="112" y="43"/>
                      </a:lnTo>
                      <a:lnTo>
                        <a:pt x="108" y="45"/>
                      </a:lnTo>
                      <a:lnTo>
                        <a:pt x="105" y="45"/>
                      </a:lnTo>
                      <a:lnTo>
                        <a:pt x="101" y="47"/>
                      </a:lnTo>
                      <a:lnTo>
                        <a:pt x="108" y="48"/>
                      </a:lnTo>
                      <a:lnTo>
                        <a:pt x="116" y="48"/>
                      </a:lnTo>
                      <a:lnTo>
                        <a:pt x="123" y="50"/>
                      </a:lnTo>
                      <a:lnTo>
                        <a:pt x="131" y="54"/>
                      </a:lnTo>
                      <a:lnTo>
                        <a:pt x="140" y="56"/>
                      </a:lnTo>
                      <a:lnTo>
                        <a:pt x="148" y="60"/>
                      </a:lnTo>
                      <a:lnTo>
                        <a:pt x="155" y="65"/>
                      </a:lnTo>
                      <a:lnTo>
                        <a:pt x="163" y="73"/>
                      </a:lnTo>
                      <a:lnTo>
                        <a:pt x="170" y="77"/>
                      </a:lnTo>
                      <a:lnTo>
                        <a:pt x="178" y="82"/>
                      </a:lnTo>
                      <a:lnTo>
                        <a:pt x="183" y="86"/>
                      </a:lnTo>
                      <a:lnTo>
                        <a:pt x="187" y="92"/>
                      </a:lnTo>
                      <a:lnTo>
                        <a:pt x="180" y="88"/>
                      </a:lnTo>
                      <a:lnTo>
                        <a:pt x="174" y="86"/>
                      </a:lnTo>
                      <a:lnTo>
                        <a:pt x="166" y="84"/>
                      </a:lnTo>
                      <a:lnTo>
                        <a:pt x="159" y="84"/>
                      </a:lnTo>
                      <a:lnTo>
                        <a:pt x="148" y="86"/>
                      </a:lnTo>
                      <a:lnTo>
                        <a:pt x="133" y="86"/>
                      </a:lnTo>
                      <a:lnTo>
                        <a:pt x="116" y="84"/>
                      </a:lnTo>
                      <a:lnTo>
                        <a:pt x="105" y="78"/>
                      </a:lnTo>
                      <a:lnTo>
                        <a:pt x="118" y="90"/>
                      </a:lnTo>
                      <a:lnTo>
                        <a:pt x="127" y="103"/>
                      </a:lnTo>
                      <a:lnTo>
                        <a:pt x="135" y="114"/>
                      </a:lnTo>
                      <a:lnTo>
                        <a:pt x="140" y="127"/>
                      </a:lnTo>
                      <a:lnTo>
                        <a:pt x="146" y="138"/>
                      </a:lnTo>
                      <a:lnTo>
                        <a:pt x="150" y="150"/>
                      </a:lnTo>
                      <a:lnTo>
                        <a:pt x="155" y="159"/>
                      </a:lnTo>
                      <a:lnTo>
                        <a:pt x="163" y="166"/>
                      </a:lnTo>
                      <a:lnTo>
                        <a:pt x="155" y="161"/>
                      </a:lnTo>
                      <a:lnTo>
                        <a:pt x="144" y="155"/>
                      </a:lnTo>
                      <a:lnTo>
                        <a:pt x="133" y="150"/>
                      </a:lnTo>
                      <a:lnTo>
                        <a:pt x="120" y="142"/>
                      </a:lnTo>
                      <a:lnTo>
                        <a:pt x="108" y="135"/>
                      </a:lnTo>
                      <a:lnTo>
                        <a:pt x="95" y="125"/>
                      </a:lnTo>
                      <a:lnTo>
                        <a:pt x="86" y="112"/>
                      </a:lnTo>
                      <a:lnTo>
                        <a:pt x="79" y="97"/>
                      </a:lnTo>
                      <a:lnTo>
                        <a:pt x="77" y="101"/>
                      </a:lnTo>
                      <a:lnTo>
                        <a:pt x="77" y="103"/>
                      </a:lnTo>
                      <a:lnTo>
                        <a:pt x="79" y="108"/>
                      </a:lnTo>
                      <a:lnTo>
                        <a:pt x="80" y="114"/>
                      </a:lnTo>
                      <a:lnTo>
                        <a:pt x="84" y="135"/>
                      </a:lnTo>
                      <a:lnTo>
                        <a:pt x="80" y="155"/>
                      </a:lnTo>
                      <a:lnTo>
                        <a:pt x="75" y="178"/>
                      </a:lnTo>
                      <a:lnTo>
                        <a:pt x="73" y="200"/>
                      </a:lnTo>
                      <a:lnTo>
                        <a:pt x="65" y="165"/>
                      </a:lnTo>
                      <a:lnTo>
                        <a:pt x="52" y="136"/>
                      </a:lnTo>
                      <a:lnTo>
                        <a:pt x="45" y="112"/>
                      </a:lnTo>
                      <a:lnTo>
                        <a:pt x="47" y="93"/>
                      </a:lnTo>
                      <a:lnTo>
                        <a:pt x="47" y="90"/>
                      </a:lnTo>
                      <a:lnTo>
                        <a:pt x="45" y="90"/>
                      </a:lnTo>
                      <a:lnTo>
                        <a:pt x="43" y="92"/>
                      </a:lnTo>
                      <a:lnTo>
                        <a:pt x="41" y="95"/>
                      </a:lnTo>
                      <a:lnTo>
                        <a:pt x="37" y="105"/>
                      </a:lnTo>
                      <a:lnTo>
                        <a:pt x="30" y="112"/>
                      </a:lnTo>
                      <a:lnTo>
                        <a:pt x="17" y="118"/>
                      </a:lnTo>
                      <a:lnTo>
                        <a:pt x="0" y="129"/>
                      </a:lnTo>
                      <a:lnTo>
                        <a:pt x="6" y="120"/>
                      </a:lnTo>
                      <a:lnTo>
                        <a:pt x="9" y="110"/>
                      </a:lnTo>
                      <a:lnTo>
                        <a:pt x="11" y="101"/>
                      </a:lnTo>
                      <a:lnTo>
                        <a:pt x="15" y="90"/>
                      </a:lnTo>
                      <a:lnTo>
                        <a:pt x="21" y="77"/>
                      </a:lnTo>
                      <a:lnTo>
                        <a:pt x="30" y="65"/>
                      </a:lnTo>
                      <a:lnTo>
                        <a:pt x="39" y="58"/>
                      </a:lnTo>
                      <a:lnTo>
                        <a:pt x="49" y="52"/>
                      </a:lnTo>
                      <a:lnTo>
                        <a:pt x="45" y="47"/>
                      </a:lnTo>
                      <a:lnTo>
                        <a:pt x="39" y="37"/>
                      </a:lnTo>
                      <a:lnTo>
                        <a:pt x="34" y="28"/>
                      </a:lnTo>
                      <a:lnTo>
                        <a:pt x="30" y="20"/>
                      </a:lnTo>
                      <a:lnTo>
                        <a:pt x="26" y="13"/>
                      </a:lnTo>
                      <a:lnTo>
                        <a:pt x="22" y="7"/>
                      </a:lnTo>
                      <a:lnTo>
                        <a:pt x="19" y="3"/>
                      </a:lnTo>
                      <a:lnTo>
                        <a:pt x="17" y="2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5" name="Freeform 69"/>
                <p:cNvSpPr/>
                <p:nvPr/>
              </p:nvSpPr>
              <p:spPr bwMode="auto">
                <a:xfrm>
                  <a:off x="437" y="534"/>
                  <a:ext cx="100" cy="152"/>
                </a:xfrm>
                <a:custGeom>
                  <a:avLst/>
                  <a:gdLst>
                    <a:gd name="T0" fmla="*/ 0 w 201"/>
                    <a:gd name="T1" fmla="*/ 0 h 305"/>
                    <a:gd name="T2" fmla="*/ 0 w 201"/>
                    <a:gd name="T3" fmla="*/ 0 h 305"/>
                    <a:gd name="T4" fmla="*/ 0 w 201"/>
                    <a:gd name="T5" fmla="*/ 0 h 305"/>
                    <a:gd name="T6" fmla="*/ 0 w 201"/>
                    <a:gd name="T7" fmla="*/ 0 h 305"/>
                    <a:gd name="T8" fmla="*/ 0 w 201"/>
                    <a:gd name="T9" fmla="*/ 0 h 305"/>
                    <a:gd name="T10" fmla="*/ 0 w 201"/>
                    <a:gd name="T11" fmla="*/ 0 h 305"/>
                    <a:gd name="T12" fmla="*/ 0 w 201"/>
                    <a:gd name="T13" fmla="*/ 0 h 305"/>
                    <a:gd name="T14" fmla="*/ 0 w 201"/>
                    <a:gd name="T15" fmla="*/ 0 h 305"/>
                    <a:gd name="T16" fmla="*/ 0 w 201"/>
                    <a:gd name="T17" fmla="*/ 0 h 305"/>
                    <a:gd name="T18" fmla="*/ 0 w 201"/>
                    <a:gd name="T19" fmla="*/ 0 h 305"/>
                    <a:gd name="T20" fmla="*/ 0 w 201"/>
                    <a:gd name="T21" fmla="*/ 0 h 305"/>
                    <a:gd name="T22" fmla="*/ 0 w 201"/>
                    <a:gd name="T23" fmla="*/ 0 h 305"/>
                    <a:gd name="T24" fmla="*/ 0 w 201"/>
                    <a:gd name="T25" fmla="*/ 0 h 305"/>
                    <a:gd name="T26" fmla="*/ 0 w 201"/>
                    <a:gd name="T27" fmla="*/ 0 h 305"/>
                    <a:gd name="T28" fmla="*/ 0 w 201"/>
                    <a:gd name="T29" fmla="*/ 0 h 305"/>
                    <a:gd name="T30" fmla="*/ 0 w 201"/>
                    <a:gd name="T31" fmla="*/ 0 h 305"/>
                    <a:gd name="T32" fmla="*/ 0 w 201"/>
                    <a:gd name="T33" fmla="*/ 0 h 305"/>
                    <a:gd name="T34" fmla="*/ 0 w 201"/>
                    <a:gd name="T35" fmla="*/ 0 h 305"/>
                    <a:gd name="T36" fmla="*/ 0 w 201"/>
                    <a:gd name="T37" fmla="*/ 0 h 305"/>
                    <a:gd name="T38" fmla="*/ 0 w 201"/>
                    <a:gd name="T39" fmla="*/ 0 h 305"/>
                    <a:gd name="T40" fmla="*/ 0 w 201"/>
                    <a:gd name="T41" fmla="*/ 0 h 305"/>
                    <a:gd name="T42" fmla="*/ 0 w 201"/>
                    <a:gd name="T43" fmla="*/ 0 h 305"/>
                    <a:gd name="T44" fmla="*/ 0 w 201"/>
                    <a:gd name="T45" fmla="*/ 0 h 305"/>
                    <a:gd name="T46" fmla="*/ 0 w 201"/>
                    <a:gd name="T47" fmla="*/ 0 h 305"/>
                    <a:gd name="T48" fmla="*/ 0 w 201"/>
                    <a:gd name="T49" fmla="*/ 0 h 305"/>
                    <a:gd name="T50" fmla="*/ 0 w 201"/>
                    <a:gd name="T51" fmla="*/ 0 h 305"/>
                    <a:gd name="T52" fmla="*/ 0 w 201"/>
                    <a:gd name="T53" fmla="*/ 0 h 305"/>
                    <a:gd name="T54" fmla="*/ 0 w 201"/>
                    <a:gd name="T55" fmla="*/ 0 h 305"/>
                    <a:gd name="T56" fmla="*/ 0 w 201"/>
                    <a:gd name="T57" fmla="*/ 0 h 305"/>
                    <a:gd name="T58" fmla="*/ 0 w 201"/>
                    <a:gd name="T59" fmla="*/ 0 h 305"/>
                    <a:gd name="T60" fmla="*/ 0 w 201"/>
                    <a:gd name="T61" fmla="*/ 0 h 305"/>
                    <a:gd name="T62" fmla="*/ 0 w 201"/>
                    <a:gd name="T63" fmla="*/ 0 h 305"/>
                    <a:gd name="T64" fmla="*/ 0 w 201"/>
                    <a:gd name="T65" fmla="*/ 0 h 305"/>
                    <a:gd name="T66" fmla="*/ 0 w 201"/>
                    <a:gd name="T67" fmla="*/ 0 h 305"/>
                    <a:gd name="T68" fmla="*/ 0 w 201"/>
                    <a:gd name="T69" fmla="*/ 0 h 305"/>
                    <a:gd name="T70" fmla="*/ 0 w 201"/>
                    <a:gd name="T71" fmla="*/ 0 h 305"/>
                    <a:gd name="T72" fmla="*/ 0 w 201"/>
                    <a:gd name="T73" fmla="*/ 0 h 305"/>
                    <a:gd name="T74" fmla="*/ 0 w 201"/>
                    <a:gd name="T75" fmla="*/ 0 h 305"/>
                    <a:gd name="T76" fmla="*/ 0 w 201"/>
                    <a:gd name="T77" fmla="*/ 0 h 305"/>
                    <a:gd name="T78" fmla="*/ 0 w 201"/>
                    <a:gd name="T79" fmla="*/ 0 h 305"/>
                    <a:gd name="T80" fmla="*/ 0 w 201"/>
                    <a:gd name="T81" fmla="*/ 0 h 305"/>
                    <a:gd name="T82" fmla="*/ 0 w 201"/>
                    <a:gd name="T83" fmla="*/ 0 h 305"/>
                    <a:gd name="T84" fmla="*/ 0 w 201"/>
                    <a:gd name="T85" fmla="*/ 0 h 305"/>
                    <a:gd name="T86" fmla="*/ 0 w 201"/>
                    <a:gd name="T87" fmla="*/ 0 h 305"/>
                    <a:gd name="T88" fmla="*/ 0 w 201"/>
                    <a:gd name="T89" fmla="*/ 0 h 305"/>
                    <a:gd name="T90" fmla="*/ 0 w 201"/>
                    <a:gd name="T91" fmla="*/ 0 h 305"/>
                    <a:gd name="T92" fmla="*/ 0 w 201"/>
                    <a:gd name="T93" fmla="*/ 0 h 305"/>
                    <a:gd name="T94" fmla="*/ 0 w 201"/>
                    <a:gd name="T95" fmla="*/ 0 h 305"/>
                    <a:gd name="T96" fmla="*/ 0 w 201"/>
                    <a:gd name="T97" fmla="*/ 0 h 305"/>
                    <a:gd name="T98" fmla="*/ 0 w 201"/>
                    <a:gd name="T99" fmla="*/ 0 h 305"/>
                    <a:gd name="T100" fmla="*/ 0 w 201"/>
                    <a:gd name="T101" fmla="*/ 0 h 305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201"/>
                    <a:gd name="T154" fmla="*/ 0 h 305"/>
                    <a:gd name="T155" fmla="*/ 201 w 201"/>
                    <a:gd name="T156" fmla="*/ 305 h 305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201" h="305">
                      <a:moveTo>
                        <a:pt x="30" y="37"/>
                      </a:moveTo>
                      <a:lnTo>
                        <a:pt x="34" y="41"/>
                      </a:lnTo>
                      <a:lnTo>
                        <a:pt x="36" y="46"/>
                      </a:lnTo>
                      <a:lnTo>
                        <a:pt x="40" y="52"/>
                      </a:lnTo>
                      <a:lnTo>
                        <a:pt x="42" y="58"/>
                      </a:lnTo>
                      <a:lnTo>
                        <a:pt x="43" y="65"/>
                      </a:lnTo>
                      <a:lnTo>
                        <a:pt x="49" y="76"/>
                      </a:lnTo>
                      <a:lnTo>
                        <a:pt x="55" y="86"/>
                      </a:lnTo>
                      <a:lnTo>
                        <a:pt x="62" y="90"/>
                      </a:lnTo>
                      <a:lnTo>
                        <a:pt x="70" y="80"/>
                      </a:lnTo>
                      <a:lnTo>
                        <a:pt x="79" y="65"/>
                      </a:lnTo>
                      <a:lnTo>
                        <a:pt x="92" y="50"/>
                      </a:lnTo>
                      <a:lnTo>
                        <a:pt x="105" y="39"/>
                      </a:lnTo>
                      <a:lnTo>
                        <a:pt x="111" y="35"/>
                      </a:lnTo>
                      <a:lnTo>
                        <a:pt x="118" y="32"/>
                      </a:lnTo>
                      <a:lnTo>
                        <a:pt x="130" y="26"/>
                      </a:lnTo>
                      <a:lnTo>
                        <a:pt x="139" y="20"/>
                      </a:lnTo>
                      <a:lnTo>
                        <a:pt x="150" y="15"/>
                      </a:lnTo>
                      <a:lnTo>
                        <a:pt x="158" y="9"/>
                      </a:lnTo>
                      <a:lnTo>
                        <a:pt x="165" y="3"/>
                      </a:lnTo>
                      <a:lnTo>
                        <a:pt x="169" y="0"/>
                      </a:lnTo>
                      <a:lnTo>
                        <a:pt x="158" y="17"/>
                      </a:lnTo>
                      <a:lnTo>
                        <a:pt x="144" y="33"/>
                      </a:lnTo>
                      <a:lnTo>
                        <a:pt x="135" y="48"/>
                      </a:lnTo>
                      <a:lnTo>
                        <a:pt x="128" y="54"/>
                      </a:lnTo>
                      <a:lnTo>
                        <a:pt x="124" y="56"/>
                      </a:lnTo>
                      <a:lnTo>
                        <a:pt x="120" y="60"/>
                      </a:lnTo>
                      <a:lnTo>
                        <a:pt x="116" y="61"/>
                      </a:lnTo>
                      <a:lnTo>
                        <a:pt x="115" y="65"/>
                      </a:lnTo>
                      <a:lnTo>
                        <a:pt x="122" y="63"/>
                      </a:lnTo>
                      <a:lnTo>
                        <a:pt x="130" y="63"/>
                      </a:lnTo>
                      <a:lnTo>
                        <a:pt x="137" y="61"/>
                      </a:lnTo>
                      <a:lnTo>
                        <a:pt x="146" y="61"/>
                      </a:lnTo>
                      <a:lnTo>
                        <a:pt x="154" y="63"/>
                      </a:lnTo>
                      <a:lnTo>
                        <a:pt x="161" y="65"/>
                      </a:lnTo>
                      <a:lnTo>
                        <a:pt x="169" y="69"/>
                      </a:lnTo>
                      <a:lnTo>
                        <a:pt x="176" y="76"/>
                      </a:lnTo>
                      <a:lnTo>
                        <a:pt x="184" y="78"/>
                      </a:lnTo>
                      <a:lnTo>
                        <a:pt x="191" y="82"/>
                      </a:lnTo>
                      <a:lnTo>
                        <a:pt x="197" y="88"/>
                      </a:lnTo>
                      <a:lnTo>
                        <a:pt x="201" y="93"/>
                      </a:lnTo>
                      <a:lnTo>
                        <a:pt x="195" y="91"/>
                      </a:lnTo>
                      <a:lnTo>
                        <a:pt x="188" y="90"/>
                      </a:lnTo>
                      <a:lnTo>
                        <a:pt x="180" y="91"/>
                      </a:lnTo>
                      <a:lnTo>
                        <a:pt x="173" y="93"/>
                      </a:lnTo>
                      <a:lnTo>
                        <a:pt x="169" y="95"/>
                      </a:lnTo>
                      <a:lnTo>
                        <a:pt x="161" y="101"/>
                      </a:lnTo>
                      <a:lnTo>
                        <a:pt x="154" y="105"/>
                      </a:lnTo>
                      <a:lnTo>
                        <a:pt x="144" y="108"/>
                      </a:lnTo>
                      <a:lnTo>
                        <a:pt x="137" y="112"/>
                      </a:lnTo>
                      <a:lnTo>
                        <a:pt x="130" y="114"/>
                      </a:lnTo>
                      <a:lnTo>
                        <a:pt x="122" y="114"/>
                      </a:lnTo>
                      <a:lnTo>
                        <a:pt x="116" y="112"/>
                      </a:lnTo>
                      <a:lnTo>
                        <a:pt x="137" y="136"/>
                      </a:lnTo>
                      <a:lnTo>
                        <a:pt x="150" y="165"/>
                      </a:lnTo>
                      <a:lnTo>
                        <a:pt x="158" y="194"/>
                      </a:lnTo>
                      <a:lnTo>
                        <a:pt x="169" y="213"/>
                      </a:lnTo>
                      <a:lnTo>
                        <a:pt x="161" y="209"/>
                      </a:lnTo>
                      <a:lnTo>
                        <a:pt x="152" y="206"/>
                      </a:lnTo>
                      <a:lnTo>
                        <a:pt x="141" y="202"/>
                      </a:lnTo>
                      <a:lnTo>
                        <a:pt x="128" y="198"/>
                      </a:lnTo>
                      <a:lnTo>
                        <a:pt x="115" y="193"/>
                      </a:lnTo>
                      <a:lnTo>
                        <a:pt x="103" y="185"/>
                      </a:lnTo>
                      <a:lnTo>
                        <a:pt x="94" y="170"/>
                      </a:lnTo>
                      <a:lnTo>
                        <a:pt x="86" y="151"/>
                      </a:lnTo>
                      <a:lnTo>
                        <a:pt x="85" y="157"/>
                      </a:lnTo>
                      <a:lnTo>
                        <a:pt x="85" y="163"/>
                      </a:lnTo>
                      <a:lnTo>
                        <a:pt x="85" y="168"/>
                      </a:lnTo>
                      <a:lnTo>
                        <a:pt x="88" y="176"/>
                      </a:lnTo>
                      <a:lnTo>
                        <a:pt x="90" y="204"/>
                      </a:lnTo>
                      <a:lnTo>
                        <a:pt x="85" y="238"/>
                      </a:lnTo>
                      <a:lnTo>
                        <a:pt x="77" y="273"/>
                      </a:lnTo>
                      <a:lnTo>
                        <a:pt x="73" y="305"/>
                      </a:lnTo>
                      <a:lnTo>
                        <a:pt x="68" y="258"/>
                      </a:lnTo>
                      <a:lnTo>
                        <a:pt x="57" y="221"/>
                      </a:lnTo>
                      <a:lnTo>
                        <a:pt x="49" y="191"/>
                      </a:lnTo>
                      <a:lnTo>
                        <a:pt x="53" y="161"/>
                      </a:lnTo>
                      <a:lnTo>
                        <a:pt x="53" y="157"/>
                      </a:lnTo>
                      <a:lnTo>
                        <a:pt x="51" y="157"/>
                      </a:lnTo>
                      <a:lnTo>
                        <a:pt x="49" y="161"/>
                      </a:lnTo>
                      <a:lnTo>
                        <a:pt x="47" y="166"/>
                      </a:lnTo>
                      <a:lnTo>
                        <a:pt x="42" y="183"/>
                      </a:lnTo>
                      <a:lnTo>
                        <a:pt x="32" y="196"/>
                      </a:lnTo>
                      <a:lnTo>
                        <a:pt x="19" y="211"/>
                      </a:lnTo>
                      <a:lnTo>
                        <a:pt x="0" y="236"/>
                      </a:lnTo>
                      <a:lnTo>
                        <a:pt x="8" y="221"/>
                      </a:lnTo>
                      <a:lnTo>
                        <a:pt x="14" y="206"/>
                      </a:lnTo>
                      <a:lnTo>
                        <a:pt x="15" y="191"/>
                      </a:lnTo>
                      <a:lnTo>
                        <a:pt x="19" y="172"/>
                      </a:lnTo>
                      <a:lnTo>
                        <a:pt x="27" y="150"/>
                      </a:lnTo>
                      <a:lnTo>
                        <a:pt x="36" y="129"/>
                      </a:lnTo>
                      <a:lnTo>
                        <a:pt x="49" y="112"/>
                      </a:lnTo>
                      <a:lnTo>
                        <a:pt x="58" y="101"/>
                      </a:lnTo>
                      <a:lnTo>
                        <a:pt x="55" y="93"/>
                      </a:lnTo>
                      <a:lnTo>
                        <a:pt x="49" y="82"/>
                      </a:lnTo>
                      <a:lnTo>
                        <a:pt x="43" y="71"/>
                      </a:lnTo>
                      <a:lnTo>
                        <a:pt x="40" y="61"/>
                      </a:lnTo>
                      <a:lnTo>
                        <a:pt x="38" y="54"/>
                      </a:lnTo>
                      <a:lnTo>
                        <a:pt x="34" y="48"/>
                      </a:lnTo>
                      <a:lnTo>
                        <a:pt x="30" y="43"/>
                      </a:lnTo>
                      <a:lnTo>
                        <a:pt x="28" y="41"/>
                      </a:lnTo>
                      <a:lnTo>
                        <a:pt x="30" y="37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6" name="Freeform 70"/>
                <p:cNvSpPr/>
                <p:nvPr/>
              </p:nvSpPr>
              <p:spPr bwMode="auto">
                <a:xfrm>
                  <a:off x="367" y="398"/>
                  <a:ext cx="57" cy="58"/>
                </a:xfrm>
                <a:custGeom>
                  <a:avLst/>
                  <a:gdLst>
                    <a:gd name="T0" fmla="*/ 1 w 114"/>
                    <a:gd name="T1" fmla="*/ 1 h 116"/>
                    <a:gd name="T2" fmla="*/ 1 w 114"/>
                    <a:gd name="T3" fmla="*/ 1 h 116"/>
                    <a:gd name="T4" fmla="*/ 1 w 114"/>
                    <a:gd name="T5" fmla="*/ 1 h 116"/>
                    <a:gd name="T6" fmla="*/ 1 w 114"/>
                    <a:gd name="T7" fmla="*/ 1 h 116"/>
                    <a:gd name="T8" fmla="*/ 1 w 114"/>
                    <a:gd name="T9" fmla="*/ 1 h 116"/>
                    <a:gd name="T10" fmla="*/ 1 w 114"/>
                    <a:gd name="T11" fmla="*/ 1 h 116"/>
                    <a:gd name="T12" fmla="*/ 1 w 114"/>
                    <a:gd name="T13" fmla="*/ 1 h 116"/>
                    <a:gd name="T14" fmla="*/ 1 w 114"/>
                    <a:gd name="T15" fmla="*/ 1 h 116"/>
                    <a:gd name="T16" fmla="*/ 1 w 114"/>
                    <a:gd name="T17" fmla="*/ 1 h 116"/>
                    <a:gd name="T18" fmla="*/ 1 w 114"/>
                    <a:gd name="T19" fmla="*/ 1 h 116"/>
                    <a:gd name="T20" fmla="*/ 1 w 114"/>
                    <a:gd name="T21" fmla="*/ 1 h 116"/>
                    <a:gd name="T22" fmla="*/ 0 w 114"/>
                    <a:gd name="T23" fmla="*/ 1 h 116"/>
                    <a:gd name="T24" fmla="*/ 0 w 114"/>
                    <a:gd name="T25" fmla="*/ 1 h 116"/>
                    <a:gd name="T26" fmla="*/ 1 w 114"/>
                    <a:gd name="T27" fmla="*/ 1 h 116"/>
                    <a:gd name="T28" fmla="*/ 0 w 114"/>
                    <a:gd name="T29" fmla="*/ 1 h 116"/>
                    <a:gd name="T30" fmla="*/ 0 w 114"/>
                    <a:gd name="T31" fmla="*/ 1 h 116"/>
                    <a:gd name="T32" fmla="*/ 1 w 114"/>
                    <a:gd name="T33" fmla="*/ 1 h 116"/>
                    <a:gd name="T34" fmla="*/ 1 w 114"/>
                    <a:gd name="T35" fmla="*/ 1 h 116"/>
                    <a:gd name="T36" fmla="*/ 1 w 114"/>
                    <a:gd name="T37" fmla="*/ 1 h 116"/>
                    <a:gd name="T38" fmla="*/ 1 w 114"/>
                    <a:gd name="T39" fmla="*/ 1 h 116"/>
                    <a:gd name="T40" fmla="*/ 1 w 114"/>
                    <a:gd name="T41" fmla="*/ 1 h 116"/>
                    <a:gd name="T42" fmla="*/ 1 w 114"/>
                    <a:gd name="T43" fmla="*/ 1 h 116"/>
                    <a:gd name="T44" fmla="*/ 1 w 114"/>
                    <a:gd name="T45" fmla="*/ 1 h 116"/>
                    <a:gd name="T46" fmla="*/ 1 w 114"/>
                    <a:gd name="T47" fmla="*/ 1 h 116"/>
                    <a:gd name="T48" fmla="*/ 1 w 114"/>
                    <a:gd name="T49" fmla="*/ 1 h 116"/>
                    <a:gd name="T50" fmla="*/ 1 w 114"/>
                    <a:gd name="T51" fmla="*/ 1 h 116"/>
                    <a:gd name="T52" fmla="*/ 1 w 114"/>
                    <a:gd name="T53" fmla="*/ 1 h 116"/>
                    <a:gd name="T54" fmla="*/ 1 w 114"/>
                    <a:gd name="T55" fmla="*/ 1 h 116"/>
                    <a:gd name="T56" fmla="*/ 1 w 114"/>
                    <a:gd name="T57" fmla="*/ 1 h 116"/>
                    <a:gd name="T58" fmla="*/ 1 w 114"/>
                    <a:gd name="T59" fmla="*/ 1 h 116"/>
                    <a:gd name="T60" fmla="*/ 1 w 114"/>
                    <a:gd name="T61" fmla="*/ 1 h 116"/>
                    <a:gd name="T62" fmla="*/ 1 w 114"/>
                    <a:gd name="T63" fmla="*/ 1 h 116"/>
                    <a:gd name="T64" fmla="*/ 1 w 114"/>
                    <a:gd name="T65" fmla="*/ 1 h 116"/>
                    <a:gd name="T66" fmla="*/ 1 w 114"/>
                    <a:gd name="T67" fmla="*/ 0 h 116"/>
                    <a:gd name="T68" fmla="*/ 1 w 114"/>
                    <a:gd name="T69" fmla="*/ 1 h 116"/>
                    <a:gd name="T70" fmla="*/ 1 w 114"/>
                    <a:gd name="T71" fmla="*/ 1 h 116"/>
                    <a:gd name="T72" fmla="*/ 1 w 114"/>
                    <a:gd name="T73" fmla="*/ 1 h 116"/>
                    <a:gd name="T74" fmla="*/ 1 w 114"/>
                    <a:gd name="T75" fmla="*/ 1 h 116"/>
                    <a:gd name="T76" fmla="*/ 1 w 114"/>
                    <a:gd name="T77" fmla="*/ 1 h 116"/>
                    <a:gd name="T78" fmla="*/ 1 w 114"/>
                    <a:gd name="T79" fmla="*/ 1 h 1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w 114"/>
                    <a:gd name="T121" fmla="*/ 0 h 116"/>
                    <a:gd name="T122" fmla="*/ 114 w 114"/>
                    <a:gd name="T123" fmla="*/ 116 h 11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T120" t="T121" r="T122" b="T123"/>
                  <a:pathLst>
                    <a:path w="114" h="116">
                      <a:moveTo>
                        <a:pt x="114" y="116"/>
                      </a:moveTo>
                      <a:lnTo>
                        <a:pt x="105" y="105"/>
                      </a:lnTo>
                      <a:lnTo>
                        <a:pt x="90" y="94"/>
                      </a:lnTo>
                      <a:lnTo>
                        <a:pt x="73" y="84"/>
                      </a:lnTo>
                      <a:lnTo>
                        <a:pt x="60" y="82"/>
                      </a:lnTo>
                      <a:lnTo>
                        <a:pt x="47" y="88"/>
                      </a:lnTo>
                      <a:lnTo>
                        <a:pt x="34" y="94"/>
                      </a:lnTo>
                      <a:lnTo>
                        <a:pt x="24" y="101"/>
                      </a:lnTo>
                      <a:lnTo>
                        <a:pt x="19" y="105"/>
                      </a:lnTo>
                      <a:lnTo>
                        <a:pt x="15" y="107"/>
                      </a:lnTo>
                      <a:lnTo>
                        <a:pt x="11" y="105"/>
                      </a:lnTo>
                      <a:lnTo>
                        <a:pt x="9" y="103"/>
                      </a:lnTo>
                      <a:lnTo>
                        <a:pt x="9" y="101"/>
                      </a:lnTo>
                      <a:lnTo>
                        <a:pt x="8" y="99"/>
                      </a:lnTo>
                      <a:lnTo>
                        <a:pt x="6" y="97"/>
                      </a:lnTo>
                      <a:lnTo>
                        <a:pt x="4" y="97"/>
                      </a:lnTo>
                      <a:lnTo>
                        <a:pt x="4" y="96"/>
                      </a:lnTo>
                      <a:lnTo>
                        <a:pt x="4" y="94"/>
                      </a:lnTo>
                      <a:lnTo>
                        <a:pt x="4" y="92"/>
                      </a:lnTo>
                      <a:lnTo>
                        <a:pt x="4" y="90"/>
                      </a:lnTo>
                      <a:lnTo>
                        <a:pt x="4" y="88"/>
                      </a:lnTo>
                      <a:lnTo>
                        <a:pt x="4" y="86"/>
                      </a:lnTo>
                      <a:lnTo>
                        <a:pt x="2" y="84"/>
                      </a:lnTo>
                      <a:lnTo>
                        <a:pt x="0" y="82"/>
                      </a:lnTo>
                      <a:lnTo>
                        <a:pt x="0" y="81"/>
                      </a:lnTo>
                      <a:lnTo>
                        <a:pt x="0" y="77"/>
                      </a:lnTo>
                      <a:lnTo>
                        <a:pt x="2" y="73"/>
                      </a:lnTo>
                      <a:lnTo>
                        <a:pt x="2" y="71"/>
                      </a:lnTo>
                      <a:lnTo>
                        <a:pt x="2" y="68"/>
                      </a:lnTo>
                      <a:lnTo>
                        <a:pt x="0" y="64"/>
                      </a:lnTo>
                      <a:lnTo>
                        <a:pt x="0" y="56"/>
                      </a:lnTo>
                      <a:lnTo>
                        <a:pt x="0" y="51"/>
                      </a:lnTo>
                      <a:lnTo>
                        <a:pt x="0" y="45"/>
                      </a:lnTo>
                      <a:lnTo>
                        <a:pt x="2" y="45"/>
                      </a:lnTo>
                      <a:lnTo>
                        <a:pt x="4" y="45"/>
                      </a:lnTo>
                      <a:lnTo>
                        <a:pt x="6" y="45"/>
                      </a:lnTo>
                      <a:lnTo>
                        <a:pt x="4" y="43"/>
                      </a:lnTo>
                      <a:lnTo>
                        <a:pt x="2" y="39"/>
                      </a:lnTo>
                      <a:lnTo>
                        <a:pt x="2" y="36"/>
                      </a:lnTo>
                      <a:lnTo>
                        <a:pt x="2" y="34"/>
                      </a:lnTo>
                      <a:lnTo>
                        <a:pt x="4" y="32"/>
                      </a:lnTo>
                      <a:lnTo>
                        <a:pt x="6" y="32"/>
                      </a:lnTo>
                      <a:lnTo>
                        <a:pt x="8" y="32"/>
                      </a:lnTo>
                      <a:lnTo>
                        <a:pt x="8" y="30"/>
                      </a:lnTo>
                      <a:lnTo>
                        <a:pt x="8" y="28"/>
                      </a:lnTo>
                      <a:lnTo>
                        <a:pt x="8" y="24"/>
                      </a:lnTo>
                      <a:lnTo>
                        <a:pt x="8" y="23"/>
                      </a:lnTo>
                      <a:lnTo>
                        <a:pt x="9" y="21"/>
                      </a:lnTo>
                      <a:lnTo>
                        <a:pt x="13" y="21"/>
                      </a:lnTo>
                      <a:lnTo>
                        <a:pt x="15" y="21"/>
                      </a:lnTo>
                      <a:lnTo>
                        <a:pt x="17" y="21"/>
                      </a:lnTo>
                      <a:lnTo>
                        <a:pt x="17" y="19"/>
                      </a:lnTo>
                      <a:lnTo>
                        <a:pt x="19" y="17"/>
                      </a:lnTo>
                      <a:lnTo>
                        <a:pt x="19" y="15"/>
                      </a:lnTo>
                      <a:lnTo>
                        <a:pt x="19" y="13"/>
                      </a:lnTo>
                      <a:lnTo>
                        <a:pt x="21" y="11"/>
                      </a:lnTo>
                      <a:lnTo>
                        <a:pt x="23" y="11"/>
                      </a:lnTo>
                      <a:lnTo>
                        <a:pt x="24" y="8"/>
                      </a:lnTo>
                      <a:lnTo>
                        <a:pt x="24" y="6"/>
                      </a:lnTo>
                      <a:lnTo>
                        <a:pt x="24" y="4"/>
                      </a:lnTo>
                      <a:lnTo>
                        <a:pt x="26" y="4"/>
                      </a:lnTo>
                      <a:lnTo>
                        <a:pt x="28" y="6"/>
                      </a:lnTo>
                      <a:lnTo>
                        <a:pt x="30" y="8"/>
                      </a:lnTo>
                      <a:lnTo>
                        <a:pt x="32" y="8"/>
                      </a:lnTo>
                      <a:lnTo>
                        <a:pt x="34" y="6"/>
                      </a:lnTo>
                      <a:lnTo>
                        <a:pt x="36" y="4"/>
                      </a:lnTo>
                      <a:lnTo>
                        <a:pt x="37" y="2"/>
                      </a:lnTo>
                      <a:lnTo>
                        <a:pt x="39" y="0"/>
                      </a:lnTo>
                      <a:lnTo>
                        <a:pt x="41" y="0"/>
                      </a:lnTo>
                      <a:lnTo>
                        <a:pt x="43" y="2"/>
                      </a:lnTo>
                      <a:lnTo>
                        <a:pt x="47" y="4"/>
                      </a:lnTo>
                      <a:lnTo>
                        <a:pt x="49" y="6"/>
                      </a:lnTo>
                      <a:lnTo>
                        <a:pt x="54" y="19"/>
                      </a:lnTo>
                      <a:lnTo>
                        <a:pt x="56" y="39"/>
                      </a:lnTo>
                      <a:lnTo>
                        <a:pt x="58" y="62"/>
                      </a:lnTo>
                      <a:lnTo>
                        <a:pt x="66" y="75"/>
                      </a:lnTo>
                      <a:lnTo>
                        <a:pt x="81" y="82"/>
                      </a:lnTo>
                      <a:lnTo>
                        <a:pt x="94" y="90"/>
                      </a:lnTo>
                      <a:lnTo>
                        <a:pt x="103" y="99"/>
                      </a:lnTo>
                      <a:lnTo>
                        <a:pt x="110" y="107"/>
                      </a:lnTo>
                      <a:lnTo>
                        <a:pt x="114" y="116"/>
                      </a:lnTo>
                      <a:close/>
                    </a:path>
                  </a:pathLst>
                </a:custGeom>
                <a:solidFill>
                  <a:srgbClr val="006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Freeform 71"/>
                <p:cNvSpPr/>
                <p:nvPr/>
              </p:nvSpPr>
              <p:spPr bwMode="auto">
                <a:xfrm>
                  <a:off x="674" y="522"/>
                  <a:ext cx="100" cy="54"/>
                </a:xfrm>
                <a:custGeom>
                  <a:avLst/>
                  <a:gdLst>
                    <a:gd name="T0" fmla="*/ 1 w 198"/>
                    <a:gd name="T1" fmla="*/ 0 h 109"/>
                    <a:gd name="T2" fmla="*/ 1 w 198"/>
                    <a:gd name="T3" fmla="*/ 0 h 109"/>
                    <a:gd name="T4" fmla="*/ 1 w 198"/>
                    <a:gd name="T5" fmla="*/ 0 h 109"/>
                    <a:gd name="T6" fmla="*/ 1 w 198"/>
                    <a:gd name="T7" fmla="*/ 0 h 109"/>
                    <a:gd name="T8" fmla="*/ 1 w 198"/>
                    <a:gd name="T9" fmla="*/ 0 h 109"/>
                    <a:gd name="T10" fmla="*/ 1 w 198"/>
                    <a:gd name="T11" fmla="*/ 0 h 109"/>
                    <a:gd name="T12" fmla="*/ 1 w 198"/>
                    <a:gd name="T13" fmla="*/ 0 h 109"/>
                    <a:gd name="T14" fmla="*/ 1 w 198"/>
                    <a:gd name="T15" fmla="*/ 0 h 109"/>
                    <a:gd name="T16" fmla="*/ 1 w 198"/>
                    <a:gd name="T17" fmla="*/ 0 h 109"/>
                    <a:gd name="T18" fmla="*/ 1 w 198"/>
                    <a:gd name="T19" fmla="*/ 0 h 109"/>
                    <a:gd name="T20" fmla="*/ 1 w 198"/>
                    <a:gd name="T21" fmla="*/ 0 h 109"/>
                    <a:gd name="T22" fmla="*/ 1 w 198"/>
                    <a:gd name="T23" fmla="*/ 0 h 109"/>
                    <a:gd name="T24" fmla="*/ 1 w 198"/>
                    <a:gd name="T25" fmla="*/ 0 h 109"/>
                    <a:gd name="T26" fmla="*/ 1 w 198"/>
                    <a:gd name="T27" fmla="*/ 0 h 109"/>
                    <a:gd name="T28" fmla="*/ 1 w 198"/>
                    <a:gd name="T29" fmla="*/ 0 h 109"/>
                    <a:gd name="T30" fmla="*/ 1 w 198"/>
                    <a:gd name="T31" fmla="*/ 0 h 109"/>
                    <a:gd name="T32" fmla="*/ 1 w 198"/>
                    <a:gd name="T33" fmla="*/ 0 h 109"/>
                    <a:gd name="T34" fmla="*/ 1 w 198"/>
                    <a:gd name="T35" fmla="*/ 0 h 109"/>
                    <a:gd name="T36" fmla="*/ 1 w 198"/>
                    <a:gd name="T37" fmla="*/ 0 h 109"/>
                    <a:gd name="T38" fmla="*/ 1 w 198"/>
                    <a:gd name="T39" fmla="*/ 0 h 109"/>
                    <a:gd name="T40" fmla="*/ 1 w 198"/>
                    <a:gd name="T41" fmla="*/ 0 h 109"/>
                    <a:gd name="T42" fmla="*/ 1 w 198"/>
                    <a:gd name="T43" fmla="*/ 0 h 109"/>
                    <a:gd name="T44" fmla="*/ 1 w 198"/>
                    <a:gd name="T45" fmla="*/ 0 h 109"/>
                    <a:gd name="T46" fmla="*/ 1 w 198"/>
                    <a:gd name="T47" fmla="*/ 0 h 109"/>
                    <a:gd name="T48" fmla="*/ 1 w 198"/>
                    <a:gd name="T49" fmla="*/ 0 h 109"/>
                    <a:gd name="T50" fmla="*/ 1 w 198"/>
                    <a:gd name="T51" fmla="*/ 0 h 109"/>
                    <a:gd name="T52" fmla="*/ 1 w 198"/>
                    <a:gd name="T53" fmla="*/ 0 h 109"/>
                    <a:gd name="T54" fmla="*/ 1 w 198"/>
                    <a:gd name="T55" fmla="*/ 0 h 109"/>
                    <a:gd name="T56" fmla="*/ 1 w 198"/>
                    <a:gd name="T57" fmla="*/ 0 h 109"/>
                    <a:gd name="T58" fmla="*/ 1 w 198"/>
                    <a:gd name="T59" fmla="*/ 0 h 109"/>
                    <a:gd name="T60" fmla="*/ 1 w 198"/>
                    <a:gd name="T61" fmla="*/ 0 h 109"/>
                    <a:gd name="T62" fmla="*/ 1 w 198"/>
                    <a:gd name="T63" fmla="*/ 0 h 109"/>
                    <a:gd name="T64" fmla="*/ 1 w 198"/>
                    <a:gd name="T65" fmla="*/ 0 h 109"/>
                    <a:gd name="T66" fmla="*/ 1 w 198"/>
                    <a:gd name="T67" fmla="*/ 0 h 109"/>
                    <a:gd name="T68" fmla="*/ 1 w 198"/>
                    <a:gd name="T69" fmla="*/ 0 h 109"/>
                    <a:gd name="T70" fmla="*/ 1 w 198"/>
                    <a:gd name="T71" fmla="*/ 0 h 109"/>
                    <a:gd name="T72" fmla="*/ 1 w 198"/>
                    <a:gd name="T73" fmla="*/ 0 h 109"/>
                    <a:gd name="T74" fmla="*/ 1 w 198"/>
                    <a:gd name="T75" fmla="*/ 0 h 109"/>
                    <a:gd name="T76" fmla="*/ 1 w 198"/>
                    <a:gd name="T77" fmla="*/ 0 h 109"/>
                    <a:gd name="T78" fmla="*/ 1 w 198"/>
                    <a:gd name="T79" fmla="*/ 0 h 109"/>
                    <a:gd name="T80" fmla="*/ 1 w 198"/>
                    <a:gd name="T81" fmla="*/ 0 h 109"/>
                    <a:gd name="T82" fmla="*/ 1 w 198"/>
                    <a:gd name="T83" fmla="*/ 0 h 109"/>
                    <a:gd name="T84" fmla="*/ 1 w 198"/>
                    <a:gd name="T85" fmla="*/ 0 h 109"/>
                    <a:gd name="T86" fmla="*/ 1 w 198"/>
                    <a:gd name="T87" fmla="*/ 0 h 109"/>
                    <a:gd name="T88" fmla="*/ 1 w 198"/>
                    <a:gd name="T89" fmla="*/ 0 h 109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198"/>
                    <a:gd name="T136" fmla="*/ 0 h 109"/>
                    <a:gd name="T137" fmla="*/ 198 w 198"/>
                    <a:gd name="T138" fmla="*/ 109 h 109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198" h="109">
                      <a:moveTo>
                        <a:pt x="172" y="73"/>
                      </a:moveTo>
                      <a:lnTo>
                        <a:pt x="164" y="71"/>
                      </a:lnTo>
                      <a:lnTo>
                        <a:pt x="155" y="68"/>
                      </a:lnTo>
                      <a:lnTo>
                        <a:pt x="148" y="66"/>
                      </a:lnTo>
                      <a:lnTo>
                        <a:pt x="144" y="64"/>
                      </a:lnTo>
                      <a:lnTo>
                        <a:pt x="151" y="60"/>
                      </a:lnTo>
                      <a:lnTo>
                        <a:pt x="164" y="55"/>
                      </a:lnTo>
                      <a:lnTo>
                        <a:pt x="178" y="49"/>
                      </a:lnTo>
                      <a:lnTo>
                        <a:pt x="187" y="45"/>
                      </a:lnTo>
                      <a:lnTo>
                        <a:pt x="185" y="42"/>
                      </a:lnTo>
                      <a:lnTo>
                        <a:pt x="189" y="38"/>
                      </a:lnTo>
                      <a:lnTo>
                        <a:pt x="194" y="34"/>
                      </a:lnTo>
                      <a:lnTo>
                        <a:pt x="198" y="30"/>
                      </a:lnTo>
                      <a:lnTo>
                        <a:pt x="191" y="28"/>
                      </a:lnTo>
                      <a:lnTo>
                        <a:pt x="185" y="25"/>
                      </a:lnTo>
                      <a:lnTo>
                        <a:pt x="183" y="19"/>
                      </a:lnTo>
                      <a:lnTo>
                        <a:pt x="183" y="13"/>
                      </a:lnTo>
                      <a:lnTo>
                        <a:pt x="178" y="15"/>
                      </a:lnTo>
                      <a:lnTo>
                        <a:pt x="170" y="19"/>
                      </a:lnTo>
                      <a:lnTo>
                        <a:pt x="163" y="23"/>
                      </a:lnTo>
                      <a:lnTo>
                        <a:pt x="157" y="25"/>
                      </a:lnTo>
                      <a:lnTo>
                        <a:pt x="151" y="23"/>
                      </a:lnTo>
                      <a:lnTo>
                        <a:pt x="149" y="19"/>
                      </a:lnTo>
                      <a:lnTo>
                        <a:pt x="146" y="13"/>
                      </a:lnTo>
                      <a:lnTo>
                        <a:pt x="140" y="10"/>
                      </a:lnTo>
                      <a:lnTo>
                        <a:pt x="133" y="8"/>
                      </a:lnTo>
                      <a:lnTo>
                        <a:pt x="125" y="4"/>
                      </a:lnTo>
                      <a:lnTo>
                        <a:pt x="118" y="2"/>
                      </a:lnTo>
                      <a:lnTo>
                        <a:pt x="112" y="0"/>
                      </a:lnTo>
                      <a:lnTo>
                        <a:pt x="108" y="8"/>
                      </a:lnTo>
                      <a:lnTo>
                        <a:pt x="105" y="15"/>
                      </a:lnTo>
                      <a:lnTo>
                        <a:pt x="103" y="23"/>
                      </a:lnTo>
                      <a:lnTo>
                        <a:pt x="99" y="27"/>
                      </a:lnTo>
                      <a:lnTo>
                        <a:pt x="91" y="27"/>
                      </a:lnTo>
                      <a:lnTo>
                        <a:pt x="80" y="25"/>
                      </a:lnTo>
                      <a:lnTo>
                        <a:pt x="67" y="23"/>
                      </a:lnTo>
                      <a:lnTo>
                        <a:pt x="58" y="19"/>
                      </a:lnTo>
                      <a:lnTo>
                        <a:pt x="54" y="21"/>
                      </a:lnTo>
                      <a:lnTo>
                        <a:pt x="48" y="23"/>
                      </a:lnTo>
                      <a:lnTo>
                        <a:pt x="43" y="25"/>
                      </a:lnTo>
                      <a:lnTo>
                        <a:pt x="35" y="25"/>
                      </a:lnTo>
                      <a:lnTo>
                        <a:pt x="26" y="27"/>
                      </a:lnTo>
                      <a:lnTo>
                        <a:pt x="17" y="27"/>
                      </a:lnTo>
                      <a:lnTo>
                        <a:pt x="7" y="25"/>
                      </a:lnTo>
                      <a:lnTo>
                        <a:pt x="0" y="25"/>
                      </a:lnTo>
                      <a:lnTo>
                        <a:pt x="11" y="32"/>
                      </a:lnTo>
                      <a:lnTo>
                        <a:pt x="20" y="42"/>
                      </a:lnTo>
                      <a:lnTo>
                        <a:pt x="24" y="47"/>
                      </a:lnTo>
                      <a:lnTo>
                        <a:pt x="18" y="53"/>
                      </a:lnTo>
                      <a:lnTo>
                        <a:pt x="30" y="57"/>
                      </a:lnTo>
                      <a:lnTo>
                        <a:pt x="45" y="58"/>
                      </a:lnTo>
                      <a:lnTo>
                        <a:pt x="56" y="60"/>
                      </a:lnTo>
                      <a:lnTo>
                        <a:pt x="63" y="62"/>
                      </a:lnTo>
                      <a:lnTo>
                        <a:pt x="60" y="64"/>
                      </a:lnTo>
                      <a:lnTo>
                        <a:pt x="52" y="68"/>
                      </a:lnTo>
                      <a:lnTo>
                        <a:pt x="43" y="68"/>
                      </a:lnTo>
                      <a:lnTo>
                        <a:pt x="35" y="68"/>
                      </a:lnTo>
                      <a:lnTo>
                        <a:pt x="35" y="71"/>
                      </a:lnTo>
                      <a:lnTo>
                        <a:pt x="32" y="77"/>
                      </a:lnTo>
                      <a:lnTo>
                        <a:pt x="24" y="81"/>
                      </a:lnTo>
                      <a:lnTo>
                        <a:pt x="17" y="83"/>
                      </a:lnTo>
                      <a:lnTo>
                        <a:pt x="32" y="85"/>
                      </a:lnTo>
                      <a:lnTo>
                        <a:pt x="41" y="86"/>
                      </a:lnTo>
                      <a:lnTo>
                        <a:pt x="47" y="88"/>
                      </a:lnTo>
                      <a:lnTo>
                        <a:pt x="47" y="90"/>
                      </a:lnTo>
                      <a:lnTo>
                        <a:pt x="58" y="88"/>
                      </a:lnTo>
                      <a:lnTo>
                        <a:pt x="67" y="88"/>
                      </a:lnTo>
                      <a:lnTo>
                        <a:pt x="75" y="88"/>
                      </a:lnTo>
                      <a:lnTo>
                        <a:pt x="78" y="90"/>
                      </a:lnTo>
                      <a:lnTo>
                        <a:pt x="80" y="94"/>
                      </a:lnTo>
                      <a:lnTo>
                        <a:pt x="82" y="100"/>
                      </a:lnTo>
                      <a:lnTo>
                        <a:pt x="80" y="105"/>
                      </a:lnTo>
                      <a:lnTo>
                        <a:pt x="78" y="109"/>
                      </a:lnTo>
                      <a:lnTo>
                        <a:pt x="88" y="105"/>
                      </a:lnTo>
                      <a:lnTo>
                        <a:pt x="99" y="100"/>
                      </a:lnTo>
                      <a:lnTo>
                        <a:pt x="106" y="98"/>
                      </a:lnTo>
                      <a:lnTo>
                        <a:pt x="112" y="96"/>
                      </a:lnTo>
                      <a:lnTo>
                        <a:pt x="116" y="96"/>
                      </a:lnTo>
                      <a:lnTo>
                        <a:pt x="118" y="98"/>
                      </a:lnTo>
                      <a:lnTo>
                        <a:pt x="118" y="100"/>
                      </a:lnTo>
                      <a:lnTo>
                        <a:pt x="119" y="101"/>
                      </a:lnTo>
                      <a:lnTo>
                        <a:pt x="125" y="96"/>
                      </a:lnTo>
                      <a:lnTo>
                        <a:pt x="131" y="86"/>
                      </a:lnTo>
                      <a:lnTo>
                        <a:pt x="134" y="77"/>
                      </a:lnTo>
                      <a:lnTo>
                        <a:pt x="136" y="70"/>
                      </a:lnTo>
                      <a:lnTo>
                        <a:pt x="142" y="70"/>
                      </a:lnTo>
                      <a:lnTo>
                        <a:pt x="151" y="71"/>
                      </a:lnTo>
                      <a:lnTo>
                        <a:pt x="161" y="73"/>
                      </a:lnTo>
                      <a:lnTo>
                        <a:pt x="166" y="75"/>
                      </a:lnTo>
                      <a:lnTo>
                        <a:pt x="172" y="73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8" name="Freeform 72"/>
                <p:cNvSpPr/>
                <p:nvPr/>
              </p:nvSpPr>
              <p:spPr bwMode="auto">
                <a:xfrm>
                  <a:off x="918" y="291"/>
                  <a:ext cx="48" cy="122"/>
                </a:xfrm>
                <a:custGeom>
                  <a:avLst/>
                  <a:gdLst>
                    <a:gd name="T0" fmla="*/ 0 w 98"/>
                    <a:gd name="T1" fmla="*/ 1 h 243"/>
                    <a:gd name="T2" fmla="*/ 0 w 98"/>
                    <a:gd name="T3" fmla="*/ 1 h 243"/>
                    <a:gd name="T4" fmla="*/ 0 w 98"/>
                    <a:gd name="T5" fmla="*/ 1 h 243"/>
                    <a:gd name="T6" fmla="*/ 0 w 98"/>
                    <a:gd name="T7" fmla="*/ 1 h 243"/>
                    <a:gd name="T8" fmla="*/ 0 w 98"/>
                    <a:gd name="T9" fmla="*/ 1 h 243"/>
                    <a:gd name="T10" fmla="*/ 0 w 98"/>
                    <a:gd name="T11" fmla="*/ 1 h 243"/>
                    <a:gd name="T12" fmla="*/ 0 w 98"/>
                    <a:gd name="T13" fmla="*/ 1 h 243"/>
                    <a:gd name="T14" fmla="*/ 0 w 98"/>
                    <a:gd name="T15" fmla="*/ 1 h 243"/>
                    <a:gd name="T16" fmla="*/ 0 w 98"/>
                    <a:gd name="T17" fmla="*/ 1 h 243"/>
                    <a:gd name="T18" fmla="*/ 0 w 98"/>
                    <a:gd name="T19" fmla="*/ 1 h 243"/>
                    <a:gd name="T20" fmla="*/ 0 w 98"/>
                    <a:gd name="T21" fmla="*/ 1 h 243"/>
                    <a:gd name="T22" fmla="*/ 0 w 98"/>
                    <a:gd name="T23" fmla="*/ 1 h 243"/>
                    <a:gd name="T24" fmla="*/ 0 w 98"/>
                    <a:gd name="T25" fmla="*/ 1 h 243"/>
                    <a:gd name="T26" fmla="*/ 0 w 98"/>
                    <a:gd name="T27" fmla="*/ 1 h 243"/>
                    <a:gd name="T28" fmla="*/ 0 w 98"/>
                    <a:gd name="T29" fmla="*/ 1 h 243"/>
                    <a:gd name="T30" fmla="*/ 0 w 98"/>
                    <a:gd name="T31" fmla="*/ 1 h 243"/>
                    <a:gd name="T32" fmla="*/ 0 w 98"/>
                    <a:gd name="T33" fmla="*/ 1 h 243"/>
                    <a:gd name="T34" fmla="*/ 0 w 98"/>
                    <a:gd name="T35" fmla="*/ 1 h 243"/>
                    <a:gd name="T36" fmla="*/ 0 w 98"/>
                    <a:gd name="T37" fmla="*/ 1 h 243"/>
                    <a:gd name="T38" fmla="*/ 0 w 98"/>
                    <a:gd name="T39" fmla="*/ 1 h 243"/>
                    <a:gd name="T40" fmla="*/ 0 w 98"/>
                    <a:gd name="T41" fmla="*/ 1 h 243"/>
                    <a:gd name="T42" fmla="*/ 0 w 98"/>
                    <a:gd name="T43" fmla="*/ 1 h 243"/>
                    <a:gd name="T44" fmla="*/ 0 w 98"/>
                    <a:gd name="T45" fmla="*/ 1 h 243"/>
                    <a:gd name="T46" fmla="*/ 0 w 98"/>
                    <a:gd name="T47" fmla="*/ 1 h 243"/>
                    <a:gd name="T48" fmla="*/ 0 w 98"/>
                    <a:gd name="T49" fmla="*/ 1 h 243"/>
                    <a:gd name="T50" fmla="*/ 0 w 98"/>
                    <a:gd name="T51" fmla="*/ 1 h 243"/>
                    <a:gd name="T52" fmla="*/ 0 w 98"/>
                    <a:gd name="T53" fmla="*/ 1 h 243"/>
                    <a:gd name="T54" fmla="*/ 0 w 98"/>
                    <a:gd name="T55" fmla="*/ 1 h 243"/>
                    <a:gd name="T56" fmla="*/ 0 w 98"/>
                    <a:gd name="T57" fmla="*/ 1 h 243"/>
                    <a:gd name="T58" fmla="*/ 0 w 98"/>
                    <a:gd name="T59" fmla="*/ 1 h 243"/>
                    <a:gd name="T60" fmla="*/ 0 w 98"/>
                    <a:gd name="T61" fmla="*/ 1 h 243"/>
                    <a:gd name="T62" fmla="*/ 0 w 98"/>
                    <a:gd name="T63" fmla="*/ 1 h 243"/>
                    <a:gd name="T64" fmla="*/ 0 w 98"/>
                    <a:gd name="T65" fmla="*/ 1 h 243"/>
                    <a:gd name="T66" fmla="*/ 0 w 98"/>
                    <a:gd name="T67" fmla="*/ 1 h 243"/>
                    <a:gd name="T68" fmla="*/ 0 w 98"/>
                    <a:gd name="T69" fmla="*/ 1 h 243"/>
                    <a:gd name="T70" fmla="*/ 0 w 98"/>
                    <a:gd name="T71" fmla="*/ 1 h 243"/>
                    <a:gd name="T72" fmla="*/ 0 w 98"/>
                    <a:gd name="T73" fmla="*/ 1 h 243"/>
                    <a:gd name="T74" fmla="*/ 0 w 98"/>
                    <a:gd name="T75" fmla="*/ 1 h 243"/>
                    <a:gd name="T76" fmla="*/ 0 w 98"/>
                    <a:gd name="T77" fmla="*/ 1 h 243"/>
                    <a:gd name="T78" fmla="*/ 0 w 98"/>
                    <a:gd name="T79" fmla="*/ 1 h 243"/>
                    <a:gd name="T80" fmla="*/ 0 w 98"/>
                    <a:gd name="T81" fmla="*/ 1 h 243"/>
                    <a:gd name="T82" fmla="*/ 0 w 98"/>
                    <a:gd name="T83" fmla="*/ 1 h 243"/>
                    <a:gd name="T84" fmla="*/ 0 w 98"/>
                    <a:gd name="T85" fmla="*/ 0 h 243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98"/>
                    <a:gd name="T130" fmla="*/ 0 h 243"/>
                    <a:gd name="T131" fmla="*/ 98 w 98"/>
                    <a:gd name="T132" fmla="*/ 243 h 243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98" h="243">
                      <a:moveTo>
                        <a:pt x="28" y="0"/>
                      </a:moveTo>
                      <a:lnTo>
                        <a:pt x="28" y="24"/>
                      </a:lnTo>
                      <a:lnTo>
                        <a:pt x="32" y="56"/>
                      </a:lnTo>
                      <a:lnTo>
                        <a:pt x="36" y="88"/>
                      </a:lnTo>
                      <a:lnTo>
                        <a:pt x="45" y="106"/>
                      </a:lnTo>
                      <a:lnTo>
                        <a:pt x="58" y="114"/>
                      </a:lnTo>
                      <a:lnTo>
                        <a:pt x="71" y="118"/>
                      </a:lnTo>
                      <a:lnTo>
                        <a:pt x="84" y="121"/>
                      </a:lnTo>
                      <a:lnTo>
                        <a:pt x="92" y="123"/>
                      </a:lnTo>
                      <a:lnTo>
                        <a:pt x="96" y="125"/>
                      </a:lnTo>
                      <a:lnTo>
                        <a:pt x="98" y="131"/>
                      </a:lnTo>
                      <a:lnTo>
                        <a:pt x="98" y="134"/>
                      </a:lnTo>
                      <a:lnTo>
                        <a:pt x="96" y="140"/>
                      </a:lnTo>
                      <a:lnTo>
                        <a:pt x="96" y="144"/>
                      </a:lnTo>
                      <a:lnTo>
                        <a:pt x="96" y="146"/>
                      </a:lnTo>
                      <a:lnTo>
                        <a:pt x="96" y="149"/>
                      </a:lnTo>
                      <a:lnTo>
                        <a:pt x="96" y="153"/>
                      </a:lnTo>
                      <a:lnTo>
                        <a:pt x="94" y="155"/>
                      </a:lnTo>
                      <a:lnTo>
                        <a:pt x="94" y="157"/>
                      </a:lnTo>
                      <a:lnTo>
                        <a:pt x="92" y="159"/>
                      </a:lnTo>
                      <a:lnTo>
                        <a:pt x="90" y="161"/>
                      </a:lnTo>
                      <a:lnTo>
                        <a:pt x="90" y="164"/>
                      </a:lnTo>
                      <a:lnTo>
                        <a:pt x="90" y="168"/>
                      </a:lnTo>
                      <a:lnTo>
                        <a:pt x="90" y="172"/>
                      </a:lnTo>
                      <a:lnTo>
                        <a:pt x="88" y="176"/>
                      </a:lnTo>
                      <a:lnTo>
                        <a:pt x="86" y="179"/>
                      </a:lnTo>
                      <a:lnTo>
                        <a:pt x="84" y="181"/>
                      </a:lnTo>
                      <a:lnTo>
                        <a:pt x="81" y="185"/>
                      </a:lnTo>
                      <a:lnTo>
                        <a:pt x="79" y="189"/>
                      </a:lnTo>
                      <a:lnTo>
                        <a:pt x="77" y="194"/>
                      </a:lnTo>
                      <a:lnTo>
                        <a:pt x="71" y="206"/>
                      </a:lnTo>
                      <a:lnTo>
                        <a:pt x="68" y="215"/>
                      </a:lnTo>
                      <a:lnTo>
                        <a:pt x="64" y="221"/>
                      </a:lnTo>
                      <a:lnTo>
                        <a:pt x="62" y="219"/>
                      </a:lnTo>
                      <a:lnTo>
                        <a:pt x="62" y="217"/>
                      </a:lnTo>
                      <a:lnTo>
                        <a:pt x="62" y="215"/>
                      </a:lnTo>
                      <a:lnTo>
                        <a:pt x="60" y="213"/>
                      </a:lnTo>
                      <a:lnTo>
                        <a:pt x="60" y="219"/>
                      </a:lnTo>
                      <a:lnTo>
                        <a:pt x="58" y="224"/>
                      </a:lnTo>
                      <a:lnTo>
                        <a:pt x="56" y="230"/>
                      </a:lnTo>
                      <a:lnTo>
                        <a:pt x="55" y="232"/>
                      </a:lnTo>
                      <a:lnTo>
                        <a:pt x="53" y="232"/>
                      </a:lnTo>
                      <a:lnTo>
                        <a:pt x="51" y="230"/>
                      </a:lnTo>
                      <a:lnTo>
                        <a:pt x="49" y="230"/>
                      </a:lnTo>
                      <a:lnTo>
                        <a:pt x="47" y="230"/>
                      </a:lnTo>
                      <a:lnTo>
                        <a:pt x="45" y="232"/>
                      </a:lnTo>
                      <a:lnTo>
                        <a:pt x="45" y="236"/>
                      </a:lnTo>
                      <a:lnTo>
                        <a:pt x="43" y="237"/>
                      </a:lnTo>
                      <a:lnTo>
                        <a:pt x="41" y="239"/>
                      </a:lnTo>
                      <a:lnTo>
                        <a:pt x="40" y="239"/>
                      </a:lnTo>
                      <a:lnTo>
                        <a:pt x="38" y="236"/>
                      </a:lnTo>
                      <a:lnTo>
                        <a:pt x="36" y="234"/>
                      </a:lnTo>
                      <a:lnTo>
                        <a:pt x="34" y="232"/>
                      </a:lnTo>
                      <a:lnTo>
                        <a:pt x="32" y="234"/>
                      </a:lnTo>
                      <a:lnTo>
                        <a:pt x="30" y="236"/>
                      </a:lnTo>
                      <a:lnTo>
                        <a:pt x="30" y="239"/>
                      </a:lnTo>
                      <a:lnTo>
                        <a:pt x="28" y="239"/>
                      </a:lnTo>
                      <a:lnTo>
                        <a:pt x="26" y="239"/>
                      </a:lnTo>
                      <a:lnTo>
                        <a:pt x="25" y="239"/>
                      </a:lnTo>
                      <a:lnTo>
                        <a:pt x="25" y="237"/>
                      </a:lnTo>
                      <a:lnTo>
                        <a:pt x="25" y="236"/>
                      </a:lnTo>
                      <a:lnTo>
                        <a:pt x="23" y="236"/>
                      </a:lnTo>
                      <a:lnTo>
                        <a:pt x="21" y="239"/>
                      </a:lnTo>
                      <a:lnTo>
                        <a:pt x="19" y="241"/>
                      </a:lnTo>
                      <a:lnTo>
                        <a:pt x="17" y="243"/>
                      </a:lnTo>
                      <a:lnTo>
                        <a:pt x="15" y="241"/>
                      </a:lnTo>
                      <a:lnTo>
                        <a:pt x="15" y="237"/>
                      </a:lnTo>
                      <a:lnTo>
                        <a:pt x="15" y="234"/>
                      </a:lnTo>
                      <a:lnTo>
                        <a:pt x="13" y="230"/>
                      </a:lnTo>
                      <a:lnTo>
                        <a:pt x="12" y="228"/>
                      </a:lnTo>
                      <a:lnTo>
                        <a:pt x="8" y="230"/>
                      </a:lnTo>
                      <a:lnTo>
                        <a:pt x="6" y="232"/>
                      </a:lnTo>
                      <a:lnTo>
                        <a:pt x="6" y="230"/>
                      </a:lnTo>
                      <a:lnTo>
                        <a:pt x="4" y="228"/>
                      </a:lnTo>
                      <a:lnTo>
                        <a:pt x="2" y="222"/>
                      </a:lnTo>
                      <a:lnTo>
                        <a:pt x="2" y="219"/>
                      </a:lnTo>
                      <a:lnTo>
                        <a:pt x="0" y="213"/>
                      </a:lnTo>
                      <a:lnTo>
                        <a:pt x="4" y="191"/>
                      </a:lnTo>
                      <a:lnTo>
                        <a:pt x="19" y="162"/>
                      </a:lnTo>
                      <a:lnTo>
                        <a:pt x="34" y="133"/>
                      </a:lnTo>
                      <a:lnTo>
                        <a:pt x="36" y="106"/>
                      </a:lnTo>
                      <a:lnTo>
                        <a:pt x="30" y="80"/>
                      </a:lnTo>
                      <a:lnTo>
                        <a:pt x="26" y="56"/>
                      </a:lnTo>
                      <a:lnTo>
                        <a:pt x="25" y="31"/>
                      </a:lnTo>
                      <a:lnTo>
                        <a:pt x="25" y="16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6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9" name="Freeform 73"/>
                <p:cNvSpPr/>
                <p:nvPr/>
              </p:nvSpPr>
              <p:spPr bwMode="auto">
                <a:xfrm>
                  <a:off x="1332" y="1070"/>
                  <a:ext cx="46" cy="48"/>
                </a:xfrm>
                <a:custGeom>
                  <a:avLst/>
                  <a:gdLst>
                    <a:gd name="T0" fmla="*/ 1 w 92"/>
                    <a:gd name="T1" fmla="*/ 1 h 95"/>
                    <a:gd name="T2" fmla="*/ 1 w 92"/>
                    <a:gd name="T3" fmla="*/ 1 h 95"/>
                    <a:gd name="T4" fmla="*/ 1 w 92"/>
                    <a:gd name="T5" fmla="*/ 1 h 95"/>
                    <a:gd name="T6" fmla="*/ 0 w 92"/>
                    <a:gd name="T7" fmla="*/ 1 h 95"/>
                    <a:gd name="T8" fmla="*/ 0 w 92"/>
                    <a:gd name="T9" fmla="*/ 1 h 95"/>
                    <a:gd name="T10" fmla="*/ 1 w 92"/>
                    <a:gd name="T11" fmla="*/ 0 h 95"/>
                    <a:gd name="T12" fmla="*/ 1 w 92"/>
                    <a:gd name="T13" fmla="*/ 1 h 95"/>
                    <a:gd name="T14" fmla="*/ 1 w 92"/>
                    <a:gd name="T15" fmla="*/ 1 h 95"/>
                    <a:gd name="T16" fmla="*/ 1 w 92"/>
                    <a:gd name="T17" fmla="*/ 1 h 95"/>
                    <a:gd name="T18" fmla="*/ 1 w 92"/>
                    <a:gd name="T19" fmla="*/ 1 h 95"/>
                    <a:gd name="T20" fmla="*/ 1 w 92"/>
                    <a:gd name="T21" fmla="*/ 1 h 95"/>
                    <a:gd name="T22" fmla="*/ 1 w 92"/>
                    <a:gd name="T23" fmla="*/ 1 h 95"/>
                    <a:gd name="T24" fmla="*/ 1 w 92"/>
                    <a:gd name="T25" fmla="*/ 1 h 95"/>
                    <a:gd name="T26" fmla="*/ 1 w 92"/>
                    <a:gd name="T27" fmla="*/ 1 h 95"/>
                    <a:gd name="T28" fmla="*/ 1 w 92"/>
                    <a:gd name="T29" fmla="*/ 1 h 95"/>
                    <a:gd name="T30" fmla="*/ 1 w 92"/>
                    <a:gd name="T31" fmla="*/ 1 h 95"/>
                    <a:gd name="T32" fmla="*/ 1 w 92"/>
                    <a:gd name="T33" fmla="*/ 1 h 95"/>
                    <a:gd name="T34" fmla="*/ 1 w 92"/>
                    <a:gd name="T35" fmla="*/ 1 h 95"/>
                    <a:gd name="T36" fmla="*/ 1 w 92"/>
                    <a:gd name="T37" fmla="*/ 1 h 95"/>
                    <a:gd name="T38" fmla="*/ 1 w 92"/>
                    <a:gd name="T39" fmla="*/ 1 h 95"/>
                    <a:gd name="T40" fmla="*/ 1 w 92"/>
                    <a:gd name="T41" fmla="*/ 1 h 9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2"/>
                    <a:gd name="T64" fmla="*/ 0 h 95"/>
                    <a:gd name="T65" fmla="*/ 92 w 92"/>
                    <a:gd name="T66" fmla="*/ 95 h 95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2" h="95">
                      <a:moveTo>
                        <a:pt x="40" y="52"/>
                      </a:moveTo>
                      <a:lnTo>
                        <a:pt x="26" y="45"/>
                      </a:lnTo>
                      <a:lnTo>
                        <a:pt x="12" y="32"/>
                      </a:lnTo>
                      <a:lnTo>
                        <a:pt x="0" y="17"/>
                      </a:lnTo>
                      <a:lnTo>
                        <a:pt x="0" y="4"/>
                      </a:lnTo>
                      <a:lnTo>
                        <a:pt x="6" y="0"/>
                      </a:lnTo>
                      <a:lnTo>
                        <a:pt x="13" y="9"/>
                      </a:lnTo>
                      <a:lnTo>
                        <a:pt x="21" y="26"/>
                      </a:lnTo>
                      <a:lnTo>
                        <a:pt x="30" y="37"/>
                      </a:lnTo>
                      <a:lnTo>
                        <a:pt x="40" y="34"/>
                      </a:lnTo>
                      <a:lnTo>
                        <a:pt x="55" y="30"/>
                      </a:lnTo>
                      <a:lnTo>
                        <a:pt x="70" y="30"/>
                      </a:lnTo>
                      <a:lnTo>
                        <a:pt x="79" y="41"/>
                      </a:lnTo>
                      <a:lnTo>
                        <a:pt x="88" y="47"/>
                      </a:lnTo>
                      <a:lnTo>
                        <a:pt x="92" y="62"/>
                      </a:lnTo>
                      <a:lnTo>
                        <a:pt x="88" y="79"/>
                      </a:lnTo>
                      <a:lnTo>
                        <a:pt x="73" y="95"/>
                      </a:lnTo>
                      <a:lnTo>
                        <a:pt x="64" y="88"/>
                      </a:lnTo>
                      <a:lnTo>
                        <a:pt x="53" y="75"/>
                      </a:lnTo>
                      <a:lnTo>
                        <a:pt x="43" y="62"/>
                      </a:lnTo>
                      <a:lnTo>
                        <a:pt x="40" y="52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0" name="Freeform 74"/>
                <p:cNvSpPr/>
                <p:nvPr/>
              </p:nvSpPr>
              <p:spPr bwMode="auto">
                <a:xfrm>
                  <a:off x="1236" y="1087"/>
                  <a:ext cx="195" cy="186"/>
                </a:xfrm>
                <a:custGeom>
                  <a:avLst/>
                  <a:gdLst>
                    <a:gd name="T0" fmla="*/ 0 w 391"/>
                    <a:gd name="T1" fmla="*/ 1 h 371"/>
                    <a:gd name="T2" fmla="*/ 0 w 391"/>
                    <a:gd name="T3" fmla="*/ 1 h 371"/>
                    <a:gd name="T4" fmla="*/ 0 w 391"/>
                    <a:gd name="T5" fmla="*/ 1 h 371"/>
                    <a:gd name="T6" fmla="*/ 0 w 391"/>
                    <a:gd name="T7" fmla="*/ 1 h 371"/>
                    <a:gd name="T8" fmla="*/ 0 w 391"/>
                    <a:gd name="T9" fmla="*/ 1 h 371"/>
                    <a:gd name="T10" fmla="*/ 0 w 391"/>
                    <a:gd name="T11" fmla="*/ 1 h 371"/>
                    <a:gd name="T12" fmla="*/ 0 w 391"/>
                    <a:gd name="T13" fmla="*/ 1 h 371"/>
                    <a:gd name="T14" fmla="*/ 0 w 391"/>
                    <a:gd name="T15" fmla="*/ 1 h 371"/>
                    <a:gd name="T16" fmla="*/ 0 w 391"/>
                    <a:gd name="T17" fmla="*/ 1 h 371"/>
                    <a:gd name="T18" fmla="*/ 0 w 391"/>
                    <a:gd name="T19" fmla="*/ 1 h 371"/>
                    <a:gd name="T20" fmla="*/ 0 w 391"/>
                    <a:gd name="T21" fmla="*/ 1 h 371"/>
                    <a:gd name="T22" fmla="*/ 0 w 391"/>
                    <a:gd name="T23" fmla="*/ 1 h 371"/>
                    <a:gd name="T24" fmla="*/ 0 w 391"/>
                    <a:gd name="T25" fmla="*/ 1 h 371"/>
                    <a:gd name="T26" fmla="*/ 0 w 391"/>
                    <a:gd name="T27" fmla="*/ 1 h 371"/>
                    <a:gd name="T28" fmla="*/ 0 w 391"/>
                    <a:gd name="T29" fmla="*/ 1 h 371"/>
                    <a:gd name="T30" fmla="*/ 0 w 391"/>
                    <a:gd name="T31" fmla="*/ 1 h 371"/>
                    <a:gd name="T32" fmla="*/ 0 w 391"/>
                    <a:gd name="T33" fmla="*/ 1 h 371"/>
                    <a:gd name="T34" fmla="*/ 0 w 391"/>
                    <a:gd name="T35" fmla="*/ 1 h 371"/>
                    <a:gd name="T36" fmla="*/ 0 w 391"/>
                    <a:gd name="T37" fmla="*/ 1 h 371"/>
                    <a:gd name="T38" fmla="*/ 0 w 391"/>
                    <a:gd name="T39" fmla="*/ 1 h 371"/>
                    <a:gd name="T40" fmla="*/ 0 w 391"/>
                    <a:gd name="T41" fmla="*/ 1 h 371"/>
                    <a:gd name="T42" fmla="*/ 0 w 391"/>
                    <a:gd name="T43" fmla="*/ 1 h 371"/>
                    <a:gd name="T44" fmla="*/ 0 w 391"/>
                    <a:gd name="T45" fmla="*/ 1 h 371"/>
                    <a:gd name="T46" fmla="*/ 0 w 391"/>
                    <a:gd name="T47" fmla="*/ 0 h 371"/>
                    <a:gd name="T48" fmla="*/ 0 w 391"/>
                    <a:gd name="T49" fmla="*/ 1 h 371"/>
                    <a:gd name="T50" fmla="*/ 0 w 391"/>
                    <a:gd name="T51" fmla="*/ 1 h 371"/>
                    <a:gd name="T52" fmla="*/ 0 w 391"/>
                    <a:gd name="T53" fmla="*/ 1 h 371"/>
                    <a:gd name="T54" fmla="*/ 0 w 391"/>
                    <a:gd name="T55" fmla="*/ 1 h 371"/>
                    <a:gd name="T56" fmla="*/ 0 w 391"/>
                    <a:gd name="T57" fmla="*/ 1 h 371"/>
                    <a:gd name="T58" fmla="*/ 0 w 391"/>
                    <a:gd name="T59" fmla="*/ 1 h 371"/>
                    <a:gd name="T60" fmla="*/ 0 w 391"/>
                    <a:gd name="T61" fmla="*/ 1 h 371"/>
                    <a:gd name="T62" fmla="*/ 0 w 391"/>
                    <a:gd name="T63" fmla="*/ 1 h 371"/>
                    <a:gd name="T64" fmla="*/ 0 w 391"/>
                    <a:gd name="T65" fmla="*/ 1 h 371"/>
                    <a:gd name="T66" fmla="*/ 0 w 391"/>
                    <a:gd name="T67" fmla="*/ 1 h 371"/>
                    <a:gd name="T68" fmla="*/ 0 w 391"/>
                    <a:gd name="T69" fmla="*/ 1 h 371"/>
                    <a:gd name="T70" fmla="*/ 0 w 391"/>
                    <a:gd name="T71" fmla="*/ 1 h 371"/>
                    <a:gd name="T72" fmla="*/ 0 w 391"/>
                    <a:gd name="T73" fmla="*/ 1 h 371"/>
                    <a:gd name="T74" fmla="*/ 0 w 391"/>
                    <a:gd name="T75" fmla="*/ 1 h 371"/>
                    <a:gd name="T76" fmla="*/ 0 w 391"/>
                    <a:gd name="T77" fmla="*/ 1 h 371"/>
                    <a:gd name="T78" fmla="*/ 0 w 391"/>
                    <a:gd name="T79" fmla="*/ 1 h 371"/>
                    <a:gd name="T80" fmla="*/ 0 w 391"/>
                    <a:gd name="T81" fmla="*/ 1 h 371"/>
                    <a:gd name="T82" fmla="*/ 0 w 391"/>
                    <a:gd name="T83" fmla="*/ 1 h 371"/>
                    <a:gd name="T84" fmla="*/ 0 w 391"/>
                    <a:gd name="T85" fmla="*/ 1 h 371"/>
                    <a:gd name="T86" fmla="*/ 0 w 391"/>
                    <a:gd name="T87" fmla="*/ 1 h 371"/>
                    <a:gd name="T88" fmla="*/ 0 w 391"/>
                    <a:gd name="T89" fmla="*/ 1 h 371"/>
                    <a:gd name="T90" fmla="*/ 0 w 391"/>
                    <a:gd name="T91" fmla="*/ 1 h 371"/>
                    <a:gd name="T92" fmla="*/ 0 w 391"/>
                    <a:gd name="T93" fmla="*/ 1 h 371"/>
                    <a:gd name="T94" fmla="*/ 0 w 391"/>
                    <a:gd name="T95" fmla="*/ 1 h 371"/>
                    <a:gd name="T96" fmla="*/ 0 w 391"/>
                    <a:gd name="T97" fmla="*/ 1 h 371"/>
                    <a:gd name="T98" fmla="*/ 0 w 391"/>
                    <a:gd name="T99" fmla="*/ 1 h 371"/>
                    <a:gd name="T100" fmla="*/ 0 w 391"/>
                    <a:gd name="T101" fmla="*/ 1 h 371"/>
                    <a:gd name="T102" fmla="*/ 0 w 391"/>
                    <a:gd name="T103" fmla="*/ 1 h 371"/>
                    <a:gd name="T104" fmla="*/ 0 w 391"/>
                    <a:gd name="T105" fmla="*/ 1 h 371"/>
                    <a:gd name="T106" fmla="*/ 0 w 391"/>
                    <a:gd name="T107" fmla="*/ 1 h 371"/>
                    <a:gd name="T108" fmla="*/ 0 w 391"/>
                    <a:gd name="T109" fmla="*/ 1 h 371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w 391"/>
                    <a:gd name="T166" fmla="*/ 0 h 371"/>
                    <a:gd name="T167" fmla="*/ 391 w 391"/>
                    <a:gd name="T168" fmla="*/ 371 h 371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T165" t="T166" r="T167" b="T168"/>
                  <a:pathLst>
                    <a:path w="391" h="371">
                      <a:moveTo>
                        <a:pt x="121" y="288"/>
                      </a:moveTo>
                      <a:lnTo>
                        <a:pt x="112" y="312"/>
                      </a:lnTo>
                      <a:lnTo>
                        <a:pt x="104" y="331"/>
                      </a:lnTo>
                      <a:lnTo>
                        <a:pt x="95" y="344"/>
                      </a:lnTo>
                      <a:lnTo>
                        <a:pt x="87" y="352"/>
                      </a:lnTo>
                      <a:lnTo>
                        <a:pt x="86" y="352"/>
                      </a:lnTo>
                      <a:lnTo>
                        <a:pt x="84" y="350"/>
                      </a:lnTo>
                      <a:lnTo>
                        <a:pt x="80" y="350"/>
                      </a:lnTo>
                      <a:lnTo>
                        <a:pt x="76" y="346"/>
                      </a:lnTo>
                      <a:lnTo>
                        <a:pt x="76" y="352"/>
                      </a:lnTo>
                      <a:lnTo>
                        <a:pt x="76" y="361"/>
                      </a:lnTo>
                      <a:lnTo>
                        <a:pt x="71" y="367"/>
                      </a:lnTo>
                      <a:lnTo>
                        <a:pt x="63" y="371"/>
                      </a:lnTo>
                      <a:lnTo>
                        <a:pt x="56" y="367"/>
                      </a:lnTo>
                      <a:lnTo>
                        <a:pt x="46" y="359"/>
                      </a:lnTo>
                      <a:lnTo>
                        <a:pt x="37" y="352"/>
                      </a:lnTo>
                      <a:lnTo>
                        <a:pt x="24" y="344"/>
                      </a:lnTo>
                      <a:lnTo>
                        <a:pt x="15" y="339"/>
                      </a:lnTo>
                      <a:lnTo>
                        <a:pt x="7" y="331"/>
                      </a:lnTo>
                      <a:lnTo>
                        <a:pt x="1" y="324"/>
                      </a:lnTo>
                      <a:lnTo>
                        <a:pt x="0" y="316"/>
                      </a:lnTo>
                      <a:lnTo>
                        <a:pt x="1" y="311"/>
                      </a:lnTo>
                      <a:lnTo>
                        <a:pt x="7" y="311"/>
                      </a:lnTo>
                      <a:lnTo>
                        <a:pt x="11" y="311"/>
                      </a:lnTo>
                      <a:lnTo>
                        <a:pt x="15" y="312"/>
                      </a:lnTo>
                      <a:lnTo>
                        <a:pt x="18" y="316"/>
                      </a:lnTo>
                      <a:lnTo>
                        <a:pt x="24" y="320"/>
                      </a:lnTo>
                      <a:lnTo>
                        <a:pt x="29" y="322"/>
                      </a:lnTo>
                      <a:lnTo>
                        <a:pt x="33" y="322"/>
                      </a:lnTo>
                      <a:lnTo>
                        <a:pt x="39" y="322"/>
                      </a:lnTo>
                      <a:lnTo>
                        <a:pt x="44" y="322"/>
                      </a:lnTo>
                      <a:lnTo>
                        <a:pt x="50" y="322"/>
                      </a:lnTo>
                      <a:lnTo>
                        <a:pt x="58" y="322"/>
                      </a:lnTo>
                      <a:lnTo>
                        <a:pt x="54" y="318"/>
                      </a:lnTo>
                      <a:lnTo>
                        <a:pt x="52" y="316"/>
                      </a:lnTo>
                      <a:lnTo>
                        <a:pt x="50" y="312"/>
                      </a:lnTo>
                      <a:lnTo>
                        <a:pt x="48" y="312"/>
                      </a:lnTo>
                      <a:lnTo>
                        <a:pt x="65" y="299"/>
                      </a:lnTo>
                      <a:lnTo>
                        <a:pt x="80" y="279"/>
                      </a:lnTo>
                      <a:lnTo>
                        <a:pt x="91" y="258"/>
                      </a:lnTo>
                      <a:lnTo>
                        <a:pt x="101" y="245"/>
                      </a:lnTo>
                      <a:lnTo>
                        <a:pt x="104" y="238"/>
                      </a:lnTo>
                      <a:lnTo>
                        <a:pt x="110" y="232"/>
                      </a:lnTo>
                      <a:lnTo>
                        <a:pt x="119" y="230"/>
                      </a:lnTo>
                      <a:lnTo>
                        <a:pt x="125" y="230"/>
                      </a:lnTo>
                      <a:lnTo>
                        <a:pt x="134" y="230"/>
                      </a:lnTo>
                      <a:lnTo>
                        <a:pt x="147" y="228"/>
                      </a:lnTo>
                      <a:lnTo>
                        <a:pt x="160" y="228"/>
                      </a:lnTo>
                      <a:lnTo>
                        <a:pt x="170" y="230"/>
                      </a:lnTo>
                      <a:lnTo>
                        <a:pt x="172" y="230"/>
                      </a:lnTo>
                      <a:lnTo>
                        <a:pt x="174" y="228"/>
                      </a:lnTo>
                      <a:lnTo>
                        <a:pt x="177" y="226"/>
                      </a:lnTo>
                      <a:lnTo>
                        <a:pt x="179" y="224"/>
                      </a:lnTo>
                      <a:lnTo>
                        <a:pt x="175" y="221"/>
                      </a:lnTo>
                      <a:lnTo>
                        <a:pt x="175" y="217"/>
                      </a:lnTo>
                      <a:lnTo>
                        <a:pt x="175" y="215"/>
                      </a:lnTo>
                      <a:lnTo>
                        <a:pt x="177" y="211"/>
                      </a:lnTo>
                      <a:lnTo>
                        <a:pt x="179" y="209"/>
                      </a:lnTo>
                      <a:lnTo>
                        <a:pt x="179" y="204"/>
                      </a:lnTo>
                      <a:lnTo>
                        <a:pt x="179" y="198"/>
                      </a:lnTo>
                      <a:lnTo>
                        <a:pt x="177" y="193"/>
                      </a:lnTo>
                      <a:lnTo>
                        <a:pt x="172" y="196"/>
                      </a:lnTo>
                      <a:lnTo>
                        <a:pt x="160" y="198"/>
                      </a:lnTo>
                      <a:lnTo>
                        <a:pt x="149" y="198"/>
                      </a:lnTo>
                      <a:lnTo>
                        <a:pt x="140" y="196"/>
                      </a:lnTo>
                      <a:lnTo>
                        <a:pt x="132" y="193"/>
                      </a:lnTo>
                      <a:lnTo>
                        <a:pt x="123" y="189"/>
                      </a:lnTo>
                      <a:lnTo>
                        <a:pt x="112" y="185"/>
                      </a:lnTo>
                      <a:lnTo>
                        <a:pt x="102" y="181"/>
                      </a:lnTo>
                      <a:lnTo>
                        <a:pt x="104" y="179"/>
                      </a:lnTo>
                      <a:lnTo>
                        <a:pt x="106" y="178"/>
                      </a:lnTo>
                      <a:lnTo>
                        <a:pt x="93" y="176"/>
                      </a:lnTo>
                      <a:lnTo>
                        <a:pt x="86" y="170"/>
                      </a:lnTo>
                      <a:lnTo>
                        <a:pt x="84" y="165"/>
                      </a:lnTo>
                      <a:lnTo>
                        <a:pt x="87" y="163"/>
                      </a:lnTo>
                      <a:lnTo>
                        <a:pt x="86" y="161"/>
                      </a:lnTo>
                      <a:lnTo>
                        <a:pt x="87" y="157"/>
                      </a:lnTo>
                      <a:lnTo>
                        <a:pt x="89" y="155"/>
                      </a:lnTo>
                      <a:lnTo>
                        <a:pt x="93" y="153"/>
                      </a:lnTo>
                      <a:lnTo>
                        <a:pt x="93" y="151"/>
                      </a:lnTo>
                      <a:lnTo>
                        <a:pt x="95" y="148"/>
                      </a:lnTo>
                      <a:lnTo>
                        <a:pt x="99" y="146"/>
                      </a:lnTo>
                      <a:lnTo>
                        <a:pt x="101" y="148"/>
                      </a:lnTo>
                      <a:lnTo>
                        <a:pt x="102" y="144"/>
                      </a:lnTo>
                      <a:lnTo>
                        <a:pt x="108" y="144"/>
                      </a:lnTo>
                      <a:lnTo>
                        <a:pt x="112" y="148"/>
                      </a:lnTo>
                      <a:lnTo>
                        <a:pt x="116" y="153"/>
                      </a:lnTo>
                      <a:lnTo>
                        <a:pt x="119" y="155"/>
                      </a:lnTo>
                      <a:lnTo>
                        <a:pt x="121" y="159"/>
                      </a:lnTo>
                      <a:lnTo>
                        <a:pt x="121" y="163"/>
                      </a:lnTo>
                      <a:lnTo>
                        <a:pt x="119" y="168"/>
                      </a:lnTo>
                      <a:lnTo>
                        <a:pt x="121" y="166"/>
                      </a:lnTo>
                      <a:lnTo>
                        <a:pt x="123" y="166"/>
                      </a:lnTo>
                      <a:lnTo>
                        <a:pt x="129" y="168"/>
                      </a:lnTo>
                      <a:lnTo>
                        <a:pt x="134" y="170"/>
                      </a:lnTo>
                      <a:lnTo>
                        <a:pt x="140" y="168"/>
                      </a:lnTo>
                      <a:lnTo>
                        <a:pt x="145" y="168"/>
                      </a:lnTo>
                      <a:lnTo>
                        <a:pt x="153" y="168"/>
                      </a:lnTo>
                      <a:lnTo>
                        <a:pt x="159" y="168"/>
                      </a:lnTo>
                      <a:lnTo>
                        <a:pt x="164" y="168"/>
                      </a:lnTo>
                      <a:lnTo>
                        <a:pt x="164" y="166"/>
                      </a:lnTo>
                      <a:lnTo>
                        <a:pt x="164" y="165"/>
                      </a:lnTo>
                      <a:lnTo>
                        <a:pt x="162" y="161"/>
                      </a:lnTo>
                      <a:lnTo>
                        <a:pt x="160" y="157"/>
                      </a:lnTo>
                      <a:lnTo>
                        <a:pt x="155" y="148"/>
                      </a:lnTo>
                      <a:lnTo>
                        <a:pt x="155" y="140"/>
                      </a:lnTo>
                      <a:lnTo>
                        <a:pt x="157" y="135"/>
                      </a:lnTo>
                      <a:lnTo>
                        <a:pt x="160" y="133"/>
                      </a:lnTo>
                      <a:lnTo>
                        <a:pt x="160" y="131"/>
                      </a:lnTo>
                      <a:lnTo>
                        <a:pt x="159" y="127"/>
                      </a:lnTo>
                      <a:lnTo>
                        <a:pt x="157" y="125"/>
                      </a:lnTo>
                      <a:lnTo>
                        <a:pt x="153" y="123"/>
                      </a:lnTo>
                      <a:lnTo>
                        <a:pt x="160" y="118"/>
                      </a:lnTo>
                      <a:lnTo>
                        <a:pt x="157" y="110"/>
                      </a:lnTo>
                      <a:lnTo>
                        <a:pt x="151" y="110"/>
                      </a:lnTo>
                      <a:lnTo>
                        <a:pt x="142" y="110"/>
                      </a:lnTo>
                      <a:lnTo>
                        <a:pt x="134" y="114"/>
                      </a:lnTo>
                      <a:lnTo>
                        <a:pt x="127" y="114"/>
                      </a:lnTo>
                      <a:lnTo>
                        <a:pt x="125" y="112"/>
                      </a:lnTo>
                      <a:lnTo>
                        <a:pt x="123" y="108"/>
                      </a:lnTo>
                      <a:lnTo>
                        <a:pt x="121" y="105"/>
                      </a:lnTo>
                      <a:lnTo>
                        <a:pt x="119" y="103"/>
                      </a:lnTo>
                      <a:lnTo>
                        <a:pt x="119" y="99"/>
                      </a:lnTo>
                      <a:lnTo>
                        <a:pt x="117" y="97"/>
                      </a:lnTo>
                      <a:lnTo>
                        <a:pt x="116" y="95"/>
                      </a:lnTo>
                      <a:lnTo>
                        <a:pt x="112" y="95"/>
                      </a:lnTo>
                      <a:lnTo>
                        <a:pt x="110" y="93"/>
                      </a:lnTo>
                      <a:lnTo>
                        <a:pt x="108" y="90"/>
                      </a:lnTo>
                      <a:lnTo>
                        <a:pt x="110" y="86"/>
                      </a:lnTo>
                      <a:lnTo>
                        <a:pt x="112" y="84"/>
                      </a:lnTo>
                      <a:lnTo>
                        <a:pt x="114" y="80"/>
                      </a:lnTo>
                      <a:lnTo>
                        <a:pt x="114" y="76"/>
                      </a:lnTo>
                      <a:lnTo>
                        <a:pt x="112" y="75"/>
                      </a:lnTo>
                      <a:lnTo>
                        <a:pt x="108" y="69"/>
                      </a:lnTo>
                      <a:lnTo>
                        <a:pt x="106" y="61"/>
                      </a:lnTo>
                      <a:lnTo>
                        <a:pt x="106" y="52"/>
                      </a:lnTo>
                      <a:lnTo>
                        <a:pt x="112" y="43"/>
                      </a:lnTo>
                      <a:lnTo>
                        <a:pt x="106" y="37"/>
                      </a:lnTo>
                      <a:lnTo>
                        <a:pt x="104" y="30"/>
                      </a:lnTo>
                      <a:lnTo>
                        <a:pt x="106" y="20"/>
                      </a:lnTo>
                      <a:lnTo>
                        <a:pt x="114" y="13"/>
                      </a:lnTo>
                      <a:lnTo>
                        <a:pt x="121" y="7"/>
                      </a:lnTo>
                      <a:lnTo>
                        <a:pt x="131" y="3"/>
                      </a:lnTo>
                      <a:lnTo>
                        <a:pt x="140" y="0"/>
                      </a:lnTo>
                      <a:lnTo>
                        <a:pt x="149" y="2"/>
                      </a:lnTo>
                      <a:lnTo>
                        <a:pt x="140" y="3"/>
                      </a:lnTo>
                      <a:lnTo>
                        <a:pt x="132" y="11"/>
                      </a:lnTo>
                      <a:lnTo>
                        <a:pt x="127" y="18"/>
                      </a:lnTo>
                      <a:lnTo>
                        <a:pt x="125" y="26"/>
                      </a:lnTo>
                      <a:lnTo>
                        <a:pt x="131" y="18"/>
                      </a:lnTo>
                      <a:lnTo>
                        <a:pt x="142" y="15"/>
                      </a:lnTo>
                      <a:lnTo>
                        <a:pt x="153" y="11"/>
                      </a:lnTo>
                      <a:lnTo>
                        <a:pt x="160" y="9"/>
                      </a:lnTo>
                      <a:lnTo>
                        <a:pt x="157" y="11"/>
                      </a:lnTo>
                      <a:lnTo>
                        <a:pt x="153" y="13"/>
                      </a:lnTo>
                      <a:lnTo>
                        <a:pt x="151" y="17"/>
                      </a:lnTo>
                      <a:lnTo>
                        <a:pt x="149" y="18"/>
                      </a:lnTo>
                      <a:lnTo>
                        <a:pt x="164" y="15"/>
                      </a:lnTo>
                      <a:lnTo>
                        <a:pt x="181" y="18"/>
                      </a:lnTo>
                      <a:lnTo>
                        <a:pt x="196" y="28"/>
                      </a:lnTo>
                      <a:lnTo>
                        <a:pt x="204" y="32"/>
                      </a:lnTo>
                      <a:lnTo>
                        <a:pt x="202" y="35"/>
                      </a:lnTo>
                      <a:lnTo>
                        <a:pt x="198" y="37"/>
                      </a:lnTo>
                      <a:lnTo>
                        <a:pt x="192" y="41"/>
                      </a:lnTo>
                      <a:lnTo>
                        <a:pt x="194" y="41"/>
                      </a:lnTo>
                      <a:lnTo>
                        <a:pt x="196" y="41"/>
                      </a:lnTo>
                      <a:lnTo>
                        <a:pt x="200" y="41"/>
                      </a:lnTo>
                      <a:lnTo>
                        <a:pt x="204" y="41"/>
                      </a:lnTo>
                      <a:lnTo>
                        <a:pt x="205" y="47"/>
                      </a:lnTo>
                      <a:lnTo>
                        <a:pt x="204" y="56"/>
                      </a:lnTo>
                      <a:lnTo>
                        <a:pt x="202" y="65"/>
                      </a:lnTo>
                      <a:lnTo>
                        <a:pt x="198" y="71"/>
                      </a:lnTo>
                      <a:lnTo>
                        <a:pt x="200" y="71"/>
                      </a:lnTo>
                      <a:lnTo>
                        <a:pt x="204" y="69"/>
                      </a:lnTo>
                      <a:lnTo>
                        <a:pt x="207" y="69"/>
                      </a:lnTo>
                      <a:lnTo>
                        <a:pt x="211" y="69"/>
                      </a:lnTo>
                      <a:lnTo>
                        <a:pt x="207" y="75"/>
                      </a:lnTo>
                      <a:lnTo>
                        <a:pt x="200" y="80"/>
                      </a:lnTo>
                      <a:lnTo>
                        <a:pt x="192" y="86"/>
                      </a:lnTo>
                      <a:lnTo>
                        <a:pt x="189" y="90"/>
                      </a:lnTo>
                      <a:lnTo>
                        <a:pt x="187" y="91"/>
                      </a:lnTo>
                      <a:lnTo>
                        <a:pt x="187" y="95"/>
                      </a:lnTo>
                      <a:lnTo>
                        <a:pt x="187" y="99"/>
                      </a:lnTo>
                      <a:lnTo>
                        <a:pt x="189" y="105"/>
                      </a:lnTo>
                      <a:lnTo>
                        <a:pt x="202" y="99"/>
                      </a:lnTo>
                      <a:lnTo>
                        <a:pt x="202" y="114"/>
                      </a:lnTo>
                      <a:lnTo>
                        <a:pt x="209" y="110"/>
                      </a:lnTo>
                      <a:lnTo>
                        <a:pt x="215" y="110"/>
                      </a:lnTo>
                      <a:lnTo>
                        <a:pt x="220" y="112"/>
                      </a:lnTo>
                      <a:lnTo>
                        <a:pt x="226" y="114"/>
                      </a:lnTo>
                      <a:lnTo>
                        <a:pt x="232" y="112"/>
                      </a:lnTo>
                      <a:lnTo>
                        <a:pt x="239" y="112"/>
                      </a:lnTo>
                      <a:lnTo>
                        <a:pt x="248" y="112"/>
                      </a:lnTo>
                      <a:lnTo>
                        <a:pt x="258" y="112"/>
                      </a:lnTo>
                      <a:lnTo>
                        <a:pt x="267" y="114"/>
                      </a:lnTo>
                      <a:lnTo>
                        <a:pt x="275" y="116"/>
                      </a:lnTo>
                      <a:lnTo>
                        <a:pt x="282" y="116"/>
                      </a:lnTo>
                      <a:lnTo>
                        <a:pt x="286" y="118"/>
                      </a:lnTo>
                      <a:lnTo>
                        <a:pt x="290" y="123"/>
                      </a:lnTo>
                      <a:lnTo>
                        <a:pt x="293" y="135"/>
                      </a:lnTo>
                      <a:lnTo>
                        <a:pt x="295" y="146"/>
                      </a:lnTo>
                      <a:lnTo>
                        <a:pt x="295" y="153"/>
                      </a:lnTo>
                      <a:lnTo>
                        <a:pt x="295" y="161"/>
                      </a:lnTo>
                      <a:lnTo>
                        <a:pt x="297" y="166"/>
                      </a:lnTo>
                      <a:lnTo>
                        <a:pt x="301" y="172"/>
                      </a:lnTo>
                      <a:lnTo>
                        <a:pt x="305" y="178"/>
                      </a:lnTo>
                      <a:lnTo>
                        <a:pt x="303" y="181"/>
                      </a:lnTo>
                      <a:lnTo>
                        <a:pt x="305" y="185"/>
                      </a:lnTo>
                      <a:lnTo>
                        <a:pt x="308" y="191"/>
                      </a:lnTo>
                      <a:lnTo>
                        <a:pt x="310" y="196"/>
                      </a:lnTo>
                      <a:lnTo>
                        <a:pt x="308" y="204"/>
                      </a:lnTo>
                      <a:lnTo>
                        <a:pt x="305" y="211"/>
                      </a:lnTo>
                      <a:lnTo>
                        <a:pt x="303" y="215"/>
                      </a:lnTo>
                      <a:lnTo>
                        <a:pt x="299" y="215"/>
                      </a:lnTo>
                      <a:lnTo>
                        <a:pt x="297" y="213"/>
                      </a:lnTo>
                      <a:lnTo>
                        <a:pt x="295" y="211"/>
                      </a:lnTo>
                      <a:lnTo>
                        <a:pt x="291" y="213"/>
                      </a:lnTo>
                      <a:lnTo>
                        <a:pt x="288" y="213"/>
                      </a:lnTo>
                      <a:lnTo>
                        <a:pt x="286" y="213"/>
                      </a:lnTo>
                      <a:lnTo>
                        <a:pt x="286" y="209"/>
                      </a:lnTo>
                      <a:lnTo>
                        <a:pt x="282" y="213"/>
                      </a:lnTo>
                      <a:lnTo>
                        <a:pt x="280" y="209"/>
                      </a:lnTo>
                      <a:lnTo>
                        <a:pt x="278" y="206"/>
                      </a:lnTo>
                      <a:lnTo>
                        <a:pt x="278" y="200"/>
                      </a:lnTo>
                      <a:lnTo>
                        <a:pt x="276" y="202"/>
                      </a:lnTo>
                      <a:lnTo>
                        <a:pt x="273" y="204"/>
                      </a:lnTo>
                      <a:lnTo>
                        <a:pt x="271" y="202"/>
                      </a:lnTo>
                      <a:lnTo>
                        <a:pt x="269" y="193"/>
                      </a:lnTo>
                      <a:lnTo>
                        <a:pt x="271" y="189"/>
                      </a:lnTo>
                      <a:lnTo>
                        <a:pt x="273" y="185"/>
                      </a:lnTo>
                      <a:lnTo>
                        <a:pt x="275" y="183"/>
                      </a:lnTo>
                      <a:lnTo>
                        <a:pt x="278" y="181"/>
                      </a:lnTo>
                      <a:lnTo>
                        <a:pt x="278" y="179"/>
                      </a:lnTo>
                      <a:lnTo>
                        <a:pt x="278" y="178"/>
                      </a:lnTo>
                      <a:lnTo>
                        <a:pt x="276" y="178"/>
                      </a:lnTo>
                      <a:lnTo>
                        <a:pt x="275" y="176"/>
                      </a:lnTo>
                      <a:lnTo>
                        <a:pt x="275" y="174"/>
                      </a:lnTo>
                      <a:lnTo>
                        <a:pt x="276" y="170"/>
                      </a:lnTo>
                      <a:lnTo>
                        <a:pt x="276" y="166"/>
                      </a:lnTo>
                      <a:lnTo>
                        <a:pt x="275" y="161"/>
                      </a:lnTo>
                      <a:lnTo>
                        <a:pt x="271" y="157"/>
                      </a:lnTo>
                      <a:lnTo>
                        <a:pt x="265" y="150"/>
                      </a:lnTo>
                      <a:lnTo>
                        <a:pt x="263" y="144"/>
                      </a:lnTo>
                      <a:lnTo>
                        <a:pt x="262" y="138"/>
                      </a:lnTo>
                      <a:lnTo>
                        <a:pt x="260" y="140"/>
                      </a:lnTo>
                      <a:lnTo>
                        <a:pt x="256" y="142"/>
                      </a:lnTo>
                      <a:lnTo>
                        <a:pt x="252" y="142"/>
                      </a:lnTo>
                      <a:lnTo>
                        <a:pt x="250" y="142"/>
                      </a:lnTo>
                      <a:lnTo>
                        <a:pt x="247" y="144"/>
                      </a:lnTo>
                      <a:lnTo>
                        <a:pt x="241" y="148"/>
                      </a:lnTo>
                      <a:lnTo>
                        <a:pt x="235" y="148"/>
                      </a:lnTo>
                      <a:lnTo>
                        <a:pt x="245" y="163"/>
                      </a:lnTo>
                      <a:lnTo>
                        <a:pt x="250" y="179"/>
                      </a:lnTo>
                      <a:lnTo>
                        <a:pt x="252" y="194"/>
                      </a:lnTo>
                      <a:lnTo>
                        <a:pt x="252" y="206"/>
                      </a:lnTo>
                      <a:lnTo>
                        <a:pt x="256" y="211"/>
                      </a:lnTo>
                      <a:lnTo>
                        <a:pt x="254" y="215"/>
                      </a:lnTo>
                      <a:lnTo>
                        <a:pt x="252" y="221"/>
                      </a:lnTo>
                      <a:lnTo>
                        <a:pt x="250" y="224"/>
                      </a:lnTo>
                      <a:lnTo>
                        <a:pt x="256" y="228"/>
                      </a:lnTo>
                      <a:lnTo>
                        <a:pt x="260" y="234"/>
                      </a:lnTo>
                      <a:lnTo>
                        <a:pt x="260" y="239"/>
                      </a:lnTo>
                      <a:lnTo>
                        <a:pt x="256" y="243"/>
                      </a:lnTo>
                      <a:lnTo>
                        <a:pt x="263" y="253"/>
                      </a:lnTo>
                      <a:lnTo>
                        <a:pt x="271" y="262"/>
                      </a:lnTo>
                      <a:lnTo>
                        <a:pt x="278" y="271"/>
                      </a:lnTo>
                      <a:lnTo>
                        <a:pt x="280" y="279"/>
                      </a:lnTo>
                      <a:lnTo>
                        <a:pt x="282" y="277"/>
                      </a:lnTo>
                      <a:lnTo>
                        <a:pt x="286" y="275"/>
                      </a:lnTo>
                      <a:lnTo>
                        <a:pt x="290" y="273"/>
                      </a:lnTo>
                      <a:lnTo>
                        <a:pt x="299" y="271"/>
                      </a:lnTo>
                      <a:lnTo>
                        <a:pt x="316" y="266"/>
                      </a:lnTo>
                      <a:lnTo>
                        <a:pt x="333" y="260"/>
                      </a:lnTo>
                      <a:lnTo>
                        <a:pt x="342" y="254"/>
                      </a:lnTo>
                      <a:lnTo>
                        <a:pt x="342" y="256"/>
                      </a:lnTo>
                      <a:lnTo>
                        <a:pt x="346" y="262"/>
                      </a:lnTo>
                      <a:lnTo>
                        <a:pt x="348" y="266"/>
                      </a:lnTo>
                      <a:lnTo>
                        <a:pt x="348" y="269"/>
                      </a:lnTo>
                      <a:lnTo>
                        <a:pt x="351" y="266"/>
                      </a:lnTo>
                      <a:lnTo>
                        <a:pt x="359" y="264"/>
                      </a:lnTo>
                      <a:lnTo>
                        <a:pt x="366" y="264"/>
                      </a:lnTo>
                      <a:lnTo>
                        <a:pt x="372" y="264"/>
                      </a:lnTo>
                      <a:lnTo>
                        <a:pt x="372" y="266"/>
                      </a:lnTo>
                      <a:lnTo>
                        <a:pt x="374" y="269"/>
                      </a:lnTo>
                      <a:lnTo>
                        <a:pt x="378" y="279"/>
                      </a:lnTo>
                      <a:lnTo>
                        <a:pt x="385" y="292"/>
                      </a:lnTo>
                      <a:lnTo>
                        <a:pt x="391" y="307"/>
                      </a:lnTo>
                      <a:lnTo>
                        <a:pt x="387" y="324"/>
                      </a:lnTo>
                      <a:lnTo>
                        <a:pt x="378" y="335"/>
                      </a:lnTo>
                      <a:lnTo>
                        <a:pt x="366" y="344"/>
                      </a:lnTo>
                      <a:lnTo>
                        <a:pt x="361" y="337"/>
                      </a:lnTo>
                      <a:lnTo>
                        <a:pt x="361" y="331"/>
                      </a:lnTo>
                      <a:lnTo>
                        <a:pt x="364" y="326"/>
                      </a:lnTo>
                      <a:lnTo>
                        <a:pt x="366" y="322"/>
                      </a:lnTo>
                      <a:lnTo>
                        <a:pt x="366" y="316"/>
                      </a:lnTo>
                      <a:lnTo>
                        <a:pt x="363" y="309"/>
                      </a:lnTo>
                      <a:lnTo>
                        <a:pt x="357" y="303"/>
                      </a:lnTo>
                      <a:lnTo>
                        <a:pt x="351" y="298"/>
                      </a:lnTo>
                      <a:lnTo>
                        <a:pt x="351" y="301"/>
                      </a:lnTo>
                      <a:lnTo>
                        <a:pt x="353" y="301"/>
                      </a:lnTo>
                      <a:lnTo>
                        <a:pt x="355" y="301"/>
                      </a:lnTo>
                      <a:lnTo>
                        <a:pt x="355" y="303"/>
                      </a:lnTo>
                      <a:lnTo>
                        <a:pt x="351" y="303"/>
                      </a:lnTo>
                      <a:lnTo>
                        <a:pt x="346" y="303"/>
                      </a:lnTo>
                      <a:lnTo>
                        <a:pt x="338" y="305"/>
                      </a:lnTo>
                      <a:lnTo>
                        <a:pt x="327" y="307"/>
                      </a:lnTo>
                      <a:lnTo>
                        <a:pt x="316" y="309"/>
                      </a:lnTo>
                      <a:lnTo>
                        <a:pt x="303" y="312"/>
                      </a:lnTo>
                      <a:lnTo>
                        <a:pt x="291" y="316"/>
                      </a:lnTo>
                      <a:lnTo>
                        <a:pt x="282" y="320"/>
                      </a:lnTo>
                      <a:lnTo>
                        <a:pt x="275" y="322"/>
                      </a:lnTo>
                      <a:lnTo>
                        <a:pt x="265" y="324"/>
                      </a:lnTo>
                      <a:lnTo>
                        <a:pt x="258" y="324"/>
                      </a:lnTo>
                      <a:lnTo>
                        <a:pt x="252" y="322"/>
                      </a:lnTo>
                      <a:lnTo>
                        <a:pt x="250" y="316"/>
                      </a:lnTo>
                      <a:lnTo>
                        <a:pt x="245" y="309"/>
                      </a:lnTo>
                      <a:lnTo>
                        <a:pt x="235" y="299"/>
                      </a:lnTo>
                      <a:lnTo>
                        <a:pt x="226" y="288"/>
                      </a:lnTo>
                      <a:lnTo>
                        <a:pt x="218" y="279"/>
                      </a:lnTo>
                      <a:lnTo>
                        <a:pt x="215" y="273"/>
                      </a:lnTo>
                      <a:lnTo>
                        <a:pt x="209" y="269"/>
                      </a:lnTo>
                      <a:lnTo>
                        <a:pt x="200" y="269"/>
                      </a:lnTo>
                      <a:lnTo>
                        <a:pt x="189" y="268"/>
                      </a:lnTo>
                      <a:lnTo>
                        <a:pt x="179" y="268"/>
                      </a:lnTo>
                      <a:lnTo>
                        <a:pt x="168" y="268"/>
                      </a:lnTo>
                      <a:lnTo>
                        <a:pt x="153" y="269"/>
                      </a:lnTo>
                      <a:lnTo>
                        <a:pt x="140" y="269"/>
                      </a:lnTo>
                      <a:lnTo>
                        <a:pt x="136" y="271"/>
                      </a:lnTo>
                      <a:lnTo>
                        <a:pt x="132" y="275"/>
                      </a:lnTo>
                      <a:lnTo>
                        <a:pt x="129" y="277"/>
                      </a:lnTo>
                      <a:lnTo>
                        <a:pt x="127" y="277"/>
                      </a:lnTo>
                      <a:lnTo>
                        <a:pt x="121" y="288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" name="Freeform 75"/>
                <p:cNvSpPr/>
                <p:nvPr/>
              </p:nvSpPr>
              <p:spPr bwMode="auto">
                <a:xfrm>
                  <a:off x="944" y="1019"/>
                  <a:ext cx="150" cy="223"/>
                </a:xfrm>
                <a:custGeom>
                  <a:avLst/>
                  <a:gdLst>
                    <a:gd name="T0" fmla="*/ 1 w 299"/>
                    <a:gd name="T1" fmla="*/ 1 h 446"/>
                    <a:gd name="T2" fmla="*/ 1 w 299"/>
                    <a:gd name="T3" fmla="*/ 1 h 446"/>
                    <a:gd name="T4" fmla="*/ 1 w 299"/>
                    <a:gd name="T5" fmla="*/ 1 h 446"/>
                    <a:gd name="T6" fmla="*/ 1 w 299"/>
                    <a:gd name="T7" fmla="*/ 1 h 446"/>
                    <a:gd name="T8" fmla="*/ 1 w 299"/>
                    <a:gd name="T9" fmla="*/ 1 h 446"/>
                    <a:gd name="T10" fmla="*/ 1 w 299"/>
                    <a:gd name="T11" fmla="*/ 1 h 446"/>
                    <a:gd name="T12" fmla="*/ 1 w 299"/>
                    <a:gd name="T13" fmla="*/ 1 h 446"/>
                    <a:gd name="T14" fmla="*/ 1 w 299"/>
                    <a:gd name="T15" fmla="*/ 1 h 446"/>
                    <a:gd name="T16" fmla="*/ 1 w 299"/>
                    <a:gd name="T17" fmla="*/ 1 h 446"/>
                    <a:gd name="T18" fmla="*/ 1 w 299"/>
                    <a:gd name="T19" fmla="*/ 1 h 446"/>
                    <a:gd name="T20" fmla="*/ 1 w 299"/>
                    <a:gd name="T21" fmla="*/ 1 h 446"/>
                    <a:gd name="T22" fmla="*/ 1 w 299"/>
                    <a:gd name="T23" fmla="*/ 1 h 446"/>
                    <a:gd name="T24" fmla="*/ 1 w 299"/>
                    <a:gd name="T25" fmla="*/ 1 h 446"/>
                    <a:gd name="T26" fmla="*/ 1 w 299"/>
                    <a:gd name="T27" fmla="*/ 1 h 446"/>
                    <a:gd name="T28" fmla="*/ 1 w 299"/>
                    <a:gd name="T29" fmla="*/ 1 h 446"/>
                    <a:gd name="T30" fmla="*/ 1 w 299"/>
                    <a:gd name="T31" fmla="*/ 1 h 446"/>
                    <a:gd name="T32" fmla="*/ 1 w 299"/>
                    <a:gd name="T33" fmla="*/ 1 h 446"/>
                    <a:gd name="T34" fmla="*/ 1 w 299"/>
                    <a:gd name="T35" fmla="*/ 1 h 446"/>
                    <a:gd name="T36" fmla="*/ 1 w 299"/>
                    <a:gd name="T37" fmla="*/ 1 h 446"/>
                    <a:gd name="T38" fmla="*/ 1 w 299"/>
                    <a:gd name="T39" fmla="*/ 1 h 446"/>
                    <a:gd name="T40" fmla="*/ 1 w 299"/>
                    <a:gd name="T41" fmla="*/ 1 h 446"/>
                    <a:gd name="T42" fmla="*/ 1 w 299"/>
                    <a:gd name="T43" fmla="*/ 1 h 446"/>
                    <a:gd name="T44" fmla="*/ 1 w 299"/>
                    <a:gd name="T45" fmla="*/ 1 h 446"/>
                    <a:gd name="T46" fmla="*/ 1 w 299"/>
                    <a:gd name="T47" fmla="*/ 1 h 446"/>
                    <a:gd name="T48" fmla="*/ 1 w 299"/>
                    <a:gd name="T49" fmla="*/ 1 h 446"/>
                    <a:gd name="T50" fmla="*/ 1 w 299"/>
                    <a:gd name="T51" fmla="*/ 1 h 446"/>
                    <a:gd name="T52" fmla="*/ 1 w 299"/>
                    <a:gd name="T53" fmla="*/ 1 h 446"/>
                    <a:gd name="T54" fmla="*/ 1 w 299"/>
                    <a:gd name="T55" fmla="*/ 1 h 446"/>
                    <a:gd name="T56" fmla="*/ 1 w 299"/>
                    <a:gd name="T57" fmla="*/ 1 h 446"/>
                    <a:gd name="T58" fmla="*/ 1 w 299"/>
                    <a:gd name="T59" fmla="*/ 1 h 446"/>
                    <a:gd name="T60" fmla="*/ 1 w 299"/>
                    <a:gd name="T61" fmla="*/ 1 h 446"/>
                    <a:gd name="T62" fmla="*/ 1 w 299"/>
                    <a:gd name="T63" fmla="*/ 1 h 446"/>
                    <a:gd name="T64" fmla="*/ 1 w 299"/>
                    <a:gd name="T65" fmla="*/ 1 h 446"/>
                    <a:gd name="T66" fmla="*/ 1 w 299"/>
                    <a:gd name="T67" fmla="*/ 1 h 446"/>
                    <a:gd name="T68" fmla="*/ 1 w 299"/>
                    <a:gd name="T69" fmla="*/ 1 h 446"/>
                    <a:gd name="T70" fmla="*/ 0 w 299"/>
                    <a:gd name="T71" fmla="*/ 1 h 446"/>
                    <a:gd name="T72" fmla="*/ 1 w 299"/>
                    <a:gd name="T73" fmla="*/ 1 h 446"/>
                    <a:gd name="T74" fmla="*/ 1 w 299"/>
                    <a:gd name="T75" fmla="*/ 1 h 446"/>
                    <a:gd name="T76" fmla="*/ 1 w 299"/>
                    <a:gd name="T77" fmla="*/ 1 h 446"/>
                    <a:gd name="T78" fmla="*/ 1 w 299"/>
                    <a:gd name="T79" fmla="*/ 1 h 446"/>
                    <a:gd name="T80" fmla="*/ 1 w 299"/>
                    <a:gd name="T81" fmla="*/ 1 h 446"/>
                    <a:gd name="T82" fmla="*/ 1 w 299"/>
                    <a:gd name="T83" fmla="*/ 1 h 446"/>
                    <a:gd name="T84" fmla="*/ 1 w 299"/>
                    <a:gd name="T85" fmla="*/ 1 h 446"/>
                    <a:gd name="T86" fmla="*/ 1 w 299"/>
                    <a:gd name="T87" fmla="*/ 1 h 446"/>
                    <a:gd name="T88" fmla="*/ 1 w 299"/>
                    <a:gd name="T89" fmla="*/ 1 h 446"/>
                    <a:gd name="T90" fmla="*/ 1 w 299"/>
                    <a:gd name="T91" fmla="*/ 1 h 446"/>
                    <a:gd name="T92" fmla="*/ 1 w 299"/>
                    <a:gd name="T93" fmla="*/ 1 h 446"/>
                    <a:gd name="T94" fmla="*/ 1 w 299"/>
                    <a:gd name="T95" fmla="*/ 1 h 446"/>
                    <a:gd name="T96" fmla="*/ 1 w 299"/>
                    <a:gd name="T97" fmla="*/ 1 h 446"/>
                    <a:gd name="T98" fmla="*/ 1 w 299"/>
                    <a:gd name="T99" fmla="*/ 1 h 446"/>
                    <a:gd name="T100" fmla="*/ 1 w 299"/>
                    <a:gd name="T101" fmla="*/ 1 h 44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299"/>
                    <a:gd name="T154" fmla="*/ 0 h 446"/>
                    <a:gd name="T155" fmla="*/ 299 w 299"/>
                    <a:gd name="T156" fmla="*/ 446 h 44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299" h="446">
                      <a:moveTo>
                        <a:pt x="101" y="60"/>
                      </a:moveTo>
                      <a:lnTo>
                        <a:pt x="97" y="60"/>
                      </a:lnTo>
                      <a:lnTo>
                        <a:pt x="95" y="60"/>
                      </a:lnTo>
                      <a:lnTo>
                        <a:pt x="93" y="62"/>
                      </a:lnTo>
                      <a:lnTo>
                        <a:pt x="91" y="65"/>
                      </a:lnTo>
                      <a:lnTo>
                        <a:pt x="88" y="58"/>
                      </a:lnTo>
                      <a:lnTo>
                        <a:pt x="89" y="49"/>
                      </a:lnTo>
                      <a:lnTo>
                        <a:pt x="95" y="41"/>
                      </a:lnTo>
                      <a:lnTo>
                        <a:pt x="106" y="39"/>
                      </a:lnTo>
                      <a:lnTo>
                        <a:pt x="108" y="28"/>
                      </a:lnTo>
                      <a:lnTo>
                        <a:pt x="116" y="21"/>
                      </a:lnTo>
                      <a:lnTo>
                        <a:pt x="123" y="15"/>
                      </a:lnTo>
                      <a:lnTo>
                        <a:pt x="134" y="15"/>
                      </a:lnTo>
                      <a:lnTo>
                        <a:pt x="148" y="17"/>
                      </a:lnTo>
                      <a:lnTo>
                        <a:pt x="159" y="15"/>
                      </a:lnTo>
                      <a:lnTo>
                        <a:pt x="168" y="11"/>
                      </a:lnTo>
                      <a:lnTo>
                        <a:pt x="170" y="0"/>
                      </a:lnTo>
                      <a:lnTo>
                        <a:pt x="176" y="4"/>
                      </a:lnTo>
                      <a:lnTo>
                        <a:pt x="179" y="13"/>
                      </a:lnTo>
                      <a:lnTo>
                        <a:pt x="179" y="22"/>
                      </a:lnTo>
                      <a:lnTo>
                        <a:pt x="170" y="30"/>
                      </a:lnTo>
                      <a:lnTo>
                        <a:pt x="177" y="32"/>
                      </a:lnTo>
                      <a:lnTo>
                        <a:pt x="187" y="32"/>
                      </a:lnTo>
                      <a:lnTo>
                        <a:pt x="192" y="26"/>
                      </a:lnTo>
                      <a:lnTo>
                        <a:pt x="192" y="15"/>
                      </a:lnTo>
                      <a:lnTo>
                        <a:pt x="202" y="21"/>
                      </a:lnTo>
                      <a:lnTo>
                        <a:pt x="211" y="32"/>
                      </a:lnTo>
                      <a:lnTo>
                        <a:pt x="215" y="43"/>
                      </a:lnTo>
                      <a:lnTo>
                        <a:pt x="213" y="54"/>
                      </a:lnTo>
                      <a:lnTo>
                        <a:pt x="207" y="60"/>
                      </a:lnTo>
                      <a:lnTo>
                        <a:pt x="202" y="64"/>
                      </a:lnTo>
                      <a:lnTo>
                        <a:pt x="196" y="65"/>
                      </a:lnTo>
                      <a:lnTo>
                        <a:pt x="192" y="65"/>
                      </a:lnTo>
                      <a:lnTo>
                        <a:pt x="200" y="69"/>
                      </a:lnTo>
                      <a:lnTo>
                        <a:pt x="209" y="71"/>
                      </a:lnTo>
                      <a:lnTo>
                        <a:pt x="217" y="69"/>
                      </a:lnTo>
                      <a:lnTo>
                        <a:pt x="222" y="65"/>
                      </a:lnTo>
                      <a:lnTo>
                        <a:pt x="226" y="73"/>
                      </a:lnTo>
                      <a:lnTo>
                        <a:pt x="228" y="82"/>
                      </a:lnTo>
                      <a:lnTo>
                        <a:pt x="228" y="92"/>
                      </a:lnTo>
                      <a:lnTo>
                        <a:pt x="226" y="97"/>
                      </a:lnTo>
                      <a:lnTo>
                        <a:pt x="219" y="101"/>
                      </a:lnTo>
                      <a:lnTo>
                        <a:pt x="211" y="101"/>
                      </a:lnTo>
                      <a:lnTo>
                        <a:pt x="202" y="101"/>
                      </a:lnTo>
                      <a:lnTo>
                        <a:pt x="194" y="99"/>
                      </a:lnTo>
                      <a:lnTo>
                        <a:pt x="198" y="101"/>
                      </a:lnTo>
                      <a:lnTo>
                        <a:pt x="204" y="103"/>
                      </a:lnTo>
                      <a:lnTo>
                        <a:pt x="207" y="105"/>
                      </a:lnTo>
                      <a:lnTo>
                        <a:pt x="211" y="107"/>
                      </a:lnTo>
                      <a:lnTo>
                        <a:pt x="206" y="109"/>
                      </a:lnTo>
                      <a:lnTo>
                        <a:pt x="198" y="110"/>
                      </a:lnTo>
                      <a:lnTo>
                        <a:pt x="187" y="110"/>
                      </a:lnTo>
                      <a:lnTo>
                        <a:pt x="179" y="107"/>
                      </a:lnTo>
                      <a:lnTo>
                        <a:pt x="174" y="101"/>
                      </a:lnTo>
                      <a:lnTo>
                        <a:pt x="172" y="99"/>
                      </a:lnTo>
                      <a:lnTo>
                        <a:pt x="170" y="99"/>
                      </a:lnTo>
                      <a:lnTo>
                        <a:pt x="168" y="99"/>
                      </a:lnTo>
                      <a:lnTo>
                        <a:pt x="166" y="103"/>
                      </a:lnTo>
                      <a:lnTo>
                        <a:pt x="164" y="105"/>
                      </a:lnTo>
                      <a:lnTo>
                        <a:pt x="164" y="107"/>
                      </a:lnTo>
                      <a:lnTo>
                        <a:pt x="164" y="109"/>
                      </a:lnTo>
                      <a:lnTo>
                        <a:pt x="168" y="109"/>
                      </a:lnTo>
                      <a:lnTo>
                        <a:pt x="172" y="109"/>
                      </a:lnTo>
                      <a:lnTo>
                        <a:pt x="174" y="109"/>
                      </a:lnTo>
                      <a:lnTo>
                        <a:pt x="177" y="112"/>
                      </a:lnTo>
                      <a:lnTo>
                        <a:pt x="183" y="114"/>
                      </a:lnTo>
                      <a:lnTo>
                        <a:pt x="189" y="122"/>
                      </a:lnTo>
                      <a:lnTo>
                        <a:pt x="192" y="135"/>
                      </a:lnTo>
                      <a:lnTo>
                        <a:pt x="194" y="152"/>
                      </a:lnTo>
                      <a:lnTo>
                        <a:pt x="194" y="167"/>
                      </a:lnTo>
                      <a:lnTo>
                        <a:pt x="194" y="174"/>
                      </a:lnTo>
                      <a:lnTo>
                        <a:pt x="196" y="176"/>
                      </a:lnTo>
                      <a:lnTo>
                        <a:pt x="198" y="180"/>
                      </a:lnTo>
                      <a:lnTo>
                        <a:pt x="198" y="184"/>
                      </a:lnTo>
                      <a:lnTo>
                        <a:pt x="200" y="187"/>
                      </a:lnTo>
                      <a:lnTo>
                        <a:pt x="198" y="189"/>
                      </a:lnTo>
                      <a:lnTo>
                        <a:pt x="192" y="191"/>
                      </a:lnTo>
                      <a:lnTo>
                        <a:pt x="194" y="200"/>
                      </a:lnTo>
                      <a:lnTo>
                        <a:pt x="200" y="210"/>
                      </a:lnTo>
                      <a:lnTo>
                        <a:pt x="204" y="215"/>
                      </a:lnTo>
                      <a:lnTo>
                        <a:pt x="211" y="219"/>
                      </a:lnTo>
                      <a:lnTo>
                        <a:pt x="219" y="227"/>
                      </a:lnTo>
                      <a:lnTo>
                        <a:pt x="234" y="238"/>
                      </a:lnTo>
                      <a:lnTo>
                        <a:pt x="249" y="253"/>
                      </a:lnTo>
                      <a:lnTo>
                        <a:pt x="262" y="268"/>
                      </a:lnTo>
                      <a:lnTo>
                        <a:pt x="271" y="281"/>
                      </a:lnTo>
                      <a:lnTo>
                        <a:pt x="277" y="292"/>
                      </a:lnTo>
                      <a:lnTo>
                        <a:pt x="280" y="302"/>
                      </a:lnTo>
                      <a:lnTo>
                        <a:pt x="284" y="309"/>
                      </a:lnTo>
                      <a:lnTo>
                        <a:pt x="277" y="309"/>
                      </a:lnTo>
                      <a:lnTo>
                        <a:pt x="267" y="311"/>
                      </a:lnTo>
                      <a:lnTo>
                        <a:pt x="258" y="313"/>
                      </a:lnTo>
                      <a:lnTo>
                        <a:pt x="252" y="316"/>
                      </a:lnTo>
                      <a:lnTo>
                        <a:pt x="247" y="320"/>
                      </a:lnTo>
                      <a:lnTo>
                        <a:pt x="241" y="326"/>
                      </a:lnTo>
                      <a:lnTo>
                        <a:pt x="234" y="331"/>
                      </a:lnTo>
                      <a:lnTo>
                        <a:pt x="228" y="335"/>
                      </a:lnTo>
                      <a:lnTo>
                        <a:pt x="235" y="345"/>
                      </a:lnTo>
                      <a:lnTo>
                        <a:pt x="247" y="356"/>
                      </a:lnTo>
                      <a:lnTo>
                        <a:pt x="254" y="367"/>
                      </a:lnTo>
                      <a:lnTo>
                        <a:pt x="260" y="376"/>
                      </a:lnTo>
                      <a:lnTo>
                        <a:pt x="265" y="382"/>
                      </a:lnTo>
                      <a:lnTo>
                        <a:pt x="271" y="388"/>
                      </a:lnTo>
                      <a:lnTo>
                        <a:pt x="275" y="391"/>
                      </a:lnTo>
                      <a:lnTo>
                        <a:pt x="280" y="393"/>
                      </a:lnTo>
                      <a:lnTo>
                        <a:pt x="288" y="397"/>
                      </a:lnTo>
                      <a:lnTo>
                        <a:pt x="293" y="403"/>
                      </a:lnTo>
                      <a:lnTo>
                        <a:pt x="297" y="408"/>
                      </a:lnTo>
                      <a:lnTo>
                        <a:pt x="299" y="412"/>
                      </a:lnTo>
                      <a:lnTo>
                        <a:pt x="299" y="416"/>
                      </a:lnTo>
                      <a:lnTo>
                        <a:pt x="295" y="423"/>
                      </a:lnTo>
                      <a:lnTo>
                        <a:pt x="288" y="433"/>
                      </a:lnTo>
                      <a:lnTo>
                        <a:pt x="277" y="440"/>
                      </a:lnTo>
                      <a:lnTo>
                        <a:pt x="265" y="446"/>
                      </a:lnTo>
                      <a:lnTo>
                        <a:pt x="252" y="446"/>
                      </a:lnTo>
                      <a:lnTo>
                        <a:pt x="243" y="444"/>
                      </a:lnTo>
                      <a:lnTo>
                        <a:pt x="235" y="442"/>
                      </a:lnTo>
                      <a:lnTo>
                        <a:pt x="232" y="440"/>
                      </a:lnTo>
                      <a:lnTo>
                        <a:pt x="234" y="436"/>
                      </a:lnTo>
                      <a:lnTo>
                        <a:pt x="237" y="433"/>
                      </a:lnTo>
                      <a:lnTo>
                        <a:pt x="241" y="431"/>
                      </a:lnTo>
                      <a:lnTo>
                        <a:pt x="245" y="431"/>
                      </a:lnTo>
                      <a:lnTo>
                        <a:pt x="249" y="429"/>
                      </a:lnTo>
                      <a:lnTo>
                        <a:pt x="250" y="425"/>
                      </a:lnTo>
                      <a:lnTo>
                        <a:pt x="252" y="421"/>
                      </a:lnTo>
                      <a:lnTo>
                        <a:pt x="247" y="421"/>
                      </a:lnTo>
                      <a:lnTo>
                        <a:pt x="247" y="420"/>
                      </a:lnTo>
                      <a:lnTo>
                        <a:pt x="250" y="416"/>
                      </a:lnTo>
                      <a:lnTo>
                        <a:pt x="252" y="414"/>
                      </a:lnTo>
                      <a:lnTo>
                        <a:pt x="252" y="412"/>
                      </a:lnTo>
                      <a:lnTo>
                        <a:pt x="256" y="416"/>
                      </a:lnTo>
                      <a:lnTo>
                        <a:pt x="258" y="412"/>
                      </a:lnTo>
                      <a:lnTo>
                        <a:pt x="260" y="408"/>
                      </a:lnTo>
                      <a:lnTo>
                        <a:pt x="260" y="406"/>
                      </a:lnTo>
                      <a:lnTo>
                        <a:pt x="256" y="403"/>
                      </a:lnTo>
                      <a:lnTo>
                        <a:pt x="252" y="401"/>
                      </a:lnTo>
                      <a:lnTo>
                        <a:pt x="247" y="397"/>
                      </a:lnTo>
                      <a:lnTo>
                        <a:pt x="239" y="391"/>
                      </a:lnTo>
                      <a:lnTo>
                        <a:pt x="230" y="384"/>
                      </a:lnTo>
                      <a:lnTo>
                        <a:pt x="220" y="376"/>
                      </a:lnTo>
                      <a:lnTo>
                        <a:pt x="213" y="369"/>
                      </a:lnTo>
                      <a:lnTo>
                        <a:pt x="204" y="363"/>
                      </a:lnTo>
                      <a:lnTo>
                        <a:pt x="198" y="360"/>
                      </a:lnTo>
                      <a:lnTo>
                        <a:pt x="194" y="358"/>
                      </a:lnTo>
                      <a:lnTo>
                        <a:pt x="192" y="354"/>
                      </a:lnTo>
                      <a:lnTo>
                        <a:pt x="192" y="352"/>
                      </a:lnTo>
                      <a:lnTo>
                        <a:pt x="192" y="350"/>
                      </a:lnTo>
                      <a:lnTo>
                        <a:pt x="181" y="352"/>
                      </a:lnTo>
                      <a:lnTo>
                        <a:pt x="168" y="350"/>
                      </a:lnTo>
                      <a:lnTo>
                        <a:pt x="159" y="348"/>
                      </a:lnTo>
                      <a:lnTo>
                        <a:pt x="149" y="345"/>
                      </a:lnTo>
                      <a:lnTo>
                        <a:pt x="142" y="341"/>
                      </a:lnTo>
                      <a:lnTo>
                        <a:pt x="134" y="335"/>
                      </a:lnTo>
                      <a:lnTo>
                        <a:pt x="127" y="333"/>
                      </a:lnTo>
                      <a:lnTo>
                        <a:pt x="119" y="335"/>
                      </a:lnTo>
                      <a:lnTo>
                        <a:pt x="118" y="341"/>
                      </a:lnTo>
                      <a:lnTo>
                        <a:pt x="114" y="348"/>
                      </a:lnTo>
                      <a:lnTo>
                        <a:pt x="106" y="356"/>
                      </a:lnTo>
                      <a:lnTo>
                        <a:pt x="97" y="363"/>
                      </a:lnTo>
                      <a:lnTo>
                        <a:pt x="89" y="371"/>
                      </a:lnTo>
                      <a:lnTo>
                        <a:pt x="80" y="380"/>
                      </a:lnTo>
                      <a:lnTo>
                        <a:pt x="73" y="391"/>
                      </a:lnTo>
                      <a:lnTo>
                        <a:pt x="69" y="403"/>
                      </a:lnTo>
                      <a:lnTo>
                        <a:pt x="69" y="412"/>
                      </a:lnTo>
                      <a:lnTo>
                        <a:pt x="67" y="421"/>
                      </a:lnTo>
                      <a:lnTo>
                        <a:pt x="65" y="427"/>
                      </a:lnTo>
                      <a:lnTo>
                        <a:pt x="60" y="431"/>
                      </a:lnTo>
                      <a:lnTo>
                        <a:pt x="58" y="431"/>
                      </a:lnTo>
                      <a:lnTo>
                        <a:pt x="54" y="431"/>
                      </a:lnTo>
                      <a:lnTo>
                        <a:pt x="50" y="429"/>
                      </a:lnTo>
                      <a:lnTo>
                        <a:pt x="43" y="425"/>
                      </a:lnTo>
                      <a:lnTo>
                        <a:pt x="37" y="420"/>
                      </a:lnTo>
                      <a:lnTo>
                        <a:pt x="31" y="416"/>
                      </a:lnTo>
                      <a:lnTo>
                        <a:pt x="24" y="414"/>
                      </a:lnTo>
                      <a:lnTo>
                        <a:pt x="18" y="412"/>
                      </a:lnTo>
                      <a:lnTo>
                        <a:pt x="13" y="408"/>
                      </a:lnTo>
                      <a:lnTo>
                        <a:pt x="7" y="405"/>
                      </a:lnTo>
                      <a:lnTo>
                        <a:pt x="2" y="399"/>
                      </a:lnTo>
                      <a:lnTo>
                        <a:pt x="0" y="393"/>
                      </a:lnTo>
                      <a:lnTo>
                        <a:pt x="0" y="390"/>
                      </a:lnTo>
                      <a:lnTo>
                        <a:pt x="2" y="388"/>
                      </a:lnTo>
                      <a:lnTo>
                        <a:pt x="5" y="388"/>
                      </a:lnTo>
                      <a:lnTo>
                        <a:pt x="9" y="388"/>
                      </a:lnTo>
                      <a:lnTo>
                        <a:pt x="11" y="390"/>
                      </a:lnTo>
                      <a:lnTo>
                        <a:pt x="17" y="391"/>
                      </a:lnTo>
                      <a:lnTo>
                        <a:pt x="22" y="391"/>
                      </a:lnTo>
                      <a:lnTo>
                        <a:pt x="30" y="391"/>
                      </a:lnTo>
                      <a:lnTo>
                        <a:pt x="26" y="388"/>
                      </a:lnTo>
                      <a:lnTo>
                        <a:pt x="28" y="388"/>
                      </a:lnTo>
                      <a:lnTo>
                        <a:pt x="30" y="386"/>
                      </a:lnTo>
                      <a:lnTo>
                        <a:pt x="35" y="384"/>
                      </a:lnTo>
                      <a:lnTo>
                        <a:pt x="39" y="384"/>
                      </a:lnTo>
                      <a:lnTo>
                        <a:pt x="39" y="388"/>
                      </a:lnTo>
                      <a:lnTo>
                        <a:pt x="41" y="388"/>
                      </a:lnTo>
                      <a:lnTo>
                        <a:pt x="45" y="388"/>
                      </a:lnTo>
                      <a:lnTo>
                        <a:pt x="46" y="388"/>
                      </a:lnTo>
                      <a:lnTo>
                        <a:pt x="48" y="388"/>
                      </a:lnTo>
                      <a:lnTo>
                        <a:pt x="54" y="378"/>
                      </a:lnTo>
                      <a:lnTo>
                        <a:pt x="65" y="360"/>
                      </a:lnTo>
                      <a:lnTo>
                        <a:pt x="76" y="339"/>
                      </a:lnTo>
                      <a:lnTo>
                        <a:pt x="82" y="324"/>
                      </a:lnTo>
                      <a:lnTo>
                        <a:pt x="78" y="318"/>
                      </a:lnTo>
                      <a:lnTo>
                        <a:pt x="75" y="311"/>
                      </a:lnTo>
                      <a:lnTo>
                        <a:pt x="71" y="303"/>
                      </a:lnTo>
                      <a:lnTo>
                        <a:pt x="69" y="300"/>
                      </a:lnTo>
                      <a:lnTo>
                        <a:pt x="75" y="292"/>
                      </a:lnTo>
                      <a:lnTo>
                        <a:pt x="82" y="285"/>
                      </a:lnTo>
                      <a:lnTo>
                        <a:pt x="91" y="273"/>
                      </a:lnTo>
                      <a:lnTo>
                        <a:pt x="101" y="258"/>
                      </a:lnTo>
                      <a:lnTo>
                        <a:pt x="108" y="243"/>
                      </a:lnTo>
                      <a:lnTo>
                        <a:pt x="116" y="228"/>
                      </a:lnTo>
                      <a:lnTo>
                        <a:pt x="121" y="217"/>
                      </a:lnTo>
                      <a:lnTo>
                        <a:pt x="127" y="210"/>
                      </a:lnTo>
                      <a:lnTo>
                        <a:pt x="134" y="208"/>
                      </a:lnTo>
                      <a:lnTo>
                        <a:pt x="140" y="206"/>
                      </a:lnTo>
                      <a:lnTo>
                        <a:pt x="144" y="202"/>
                      </a:lnTo>
                      <a:lnTo>
                        <a:pt x="144" y="198"/>
                      </a:lnTo>
                      <a:lnTo>
                        <a:pt x="142" y="198"/>
                      </a:lnTo>
                      <a:lnTo>
                        <a:pt x="140" y="198"/>
                      </a:lnTo>
                      <a:lnTo>
                        <a:pt x="136" y="198"/>
                      </a:lnTo>
                      <a:lnTo>
                        <a:pt x="134" y="198"/>
                      </a:lnTo>
                      <a:lnTo>
                        <a:pt x="136" y="193"/>
                      </a:lnTo>
                      <a:lnTo>
                        <a:pt x="136" y="191"/>
                      </a:lnTo>
                      <a:lnTo>
                        <a:pt x="134" y="187"/>
                      </a:lnTo>
                      <a:lnTo>
                        <a:pt x="131" y="184"/>
                      </a:lnTo>
                      <a:lnTo>
                        <a:pt x="127" y="174"/>
                      </a:lnTo>
                      <a:lnTo>
                        <a:pt x="125" y="157"/>
                      </a:lnTo>
                      <a:lnTo>
                        <a:pt x="127" y="139"/>
                      </a:lnTo>
                      <a:lnTo>
                        <a:pt x="136" y="122"/>
                      </a:lnTo>
                      <a:lnTo>
                        <a:pt x="136" y="118"/>
                      </a:lnTo>
                      <a:lnTo>
                        <a:pt x="136" y="116"/>
                      </a:lnTo>
                      <a:lnTo>
                        <a:pt x="134" y="112"/>
                      </a:lnTo>
                      <a:lnTo>
                        <a:pt x="131" y="112"/>
                      </a:lnTo>
                      <a:lnTo>
                        <a:pt x="125" y="112"/>
                      </a:lnTo>
                      <a:lnTo>
                        <a:pt x="119" y="112"/>
                      </a:lnTo>
                      <a:lnTo>
                        <a:pt x="114" y="110"/>
                      </a:lnTo>
                      <a:lnTo>
                        <a:pt x="112" y="107"/>
                      </a:lnTo>
                      <a:lnTo>
                        <a:pt x="112" y="105"/>
                      </a:lnTo>
                      <a:lnTo>
                        <a:pt x="112" y="101"/>
                      </a:lnTo>
                      <a:lnTo>
                        <a:pt x="110" y="99"/>
                      </a:lnTo>
                      <a:lnTo>
                        <a:pt x="110" y="97"/>
                      </a:lnTo>
                      <a:lnTo>
                        <a:pt x="110" y="95"/>
                      </a:lnTo>
                      <a:lnTo>
                        <a:pt x="108" y="94"/>
                      </a:lnTo>
                      <a:lnTo>
                        <a:pt x="106" y="92"/>
                      </a:lnTo>
                      <a:lnTo>
                        <a:pt x="103" y="92"/>
                      </a:lnTo>
                      <a:lnTo>
                        <a:pt x="103" y="90"/>
                      </a:lnTo>
                      <a:lnTo>
                        <a:pt x="101" y="86"/>
                      </a:lnTo>
                      <a:lnTo>
                        <a:pt x="103" y="84"/>
                      </a:lnTo>
                      <a:lnTo>
                        <a:pt x="104" y="82"/>
                      </a:lnTo>
                      <a:lnTo>
                        <a:pt x="106" y="80"/>
                      </a:lnTo>
                      <a:lnTo>
                        <a:pt x="104" y="79"/>
                      </a:lnTo>
                      <a:lnTo>
                        <a:pt x="103" y="75"/>
                      </a:lnTo>
                      <a:lnTo>
                        <a:pt x="101" y="73"/>
                      </a:lnTo>
                      <a:lnTo>
                        <a:pt x="101" y="69"/>
                      </a:lnTo>
                      <a:lnTo>
                        <a:pt x="101" y="65"/>
                      </a:lnTo>
                      <a:lnTo>
                        <a:pt x="101" y="60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" name="Freeform 76"/>
                <p:cNvSpPr/>
                <p:nvPr/>
              </p:nvSpPr>
              <p:spPr bwMode="auto">
                <a:xfrm>
                  <a:off x="953" y="1077"/>
                  <a:ext cx="83" cy="53"/>
                </a:xfrm>
                <a:custGeom>
                  <a:avLst/>
                  <a:gdLst>
                    <a:gd name="T0" fmla="*/ 0 w 167"/>
                    <a:gd name="T1" fmla="*/ 0 h 107"/>
                    <a:gd name="T2" fmla="*/ 0 w 167"/>
                    <a:gd name="T3" fmla="*/ 0 h 107"/>
                    <a:gd name="T4" fmla="*/ 0 w 167"/>
                    <a:gd name="T5" fmla="*/ 0 h 107"/>
                    <a:gd name="T6" fmla="*/ 0 w 167"/>
                    <a:gd name="T7" fmla="*/ 0 h 107"/>
                    <a:gd name="T8" fmla="*/ 0 w 167"/>
                    <a:gd name="T9" fmla="*/ 0 h 107"/>
                    <a:gd name="T10" fmla="*/ 0 w 167"/>
                    <a:gd name="T11" fmla="*/ 0 h 107"/>
                    <a:gd name="T12" fmla="*/ 0 w 167"/>
                    <a:gd name="T13" fmla="*/ 0 h 107"/>
                    <a:gd name="T14" fmla="*/ 0 w 167"/>
                    <a:gd name="T15" fmla="*/ 0 h 107"/>
                    <a:gd name="T16" fmla="*/ 0 w 167"/>
                    <a:gd name="T17" fmla="*/ 0 h 107"/>
                    <a:gd name="T18" fmla="*/ 0 w 167"/>
                    <a:gd name="T19" fmla="*/ 0 h 107"/>
                    <a:gd name="T20" fmla="*/ 0 w 167"/>
                    <a:gd name="T21" fmla="*/ 0 h 107"/>
                    <a:gd name="T22" fmla="*/ 0 w 167"/>
                    <a:gd name="T23" fmla="*/ 0 h 107"/>
                    <a:gd name="T24" fmla="*/ 0 w 167"/>
                    <a:gd name="T25" fmla="*/ 0 h 107"/>
                    <a:gd name="T26" fmla="*/ 0 w 167"/>
                    <a:gd name="T27" fmla="*/ 0 h 107"/>
                    <a:gd name="T28" fmla="*/ 0 w 167"/>
                    <a:gd name="T29" fmla="*/ 0 h 107"/>
                    <a:gd name="T30" fmla="*/ 0 w 167"/>
                    <a:gd name="T31" fmla="*/ 0 h 107"/>
                    <a:gd name="T32" fmla="*/ 0 w 167"/>
                    <a:gd name="T33" fmla="*/ 0 h 107"/>
                    <a:gd name="T34" fmla="*/ 0 w 167"/>
                    <a:gd name="T35" fmla="*/ 0 h 107"/>
                    <a:gd name="T36" fmla="*/ 0 w 167"/>
                    <a:gd name="T37" fmla="*/ 0 h 107"/>
                    <a:gd name="T38" fmla="*/ 0 w 167"/>
                    <a:gd name="T39" fmla="*/ 0 h 107"/>
                    <a:gd name="T40" fmla="*/ 0 w 167"/>
                    <a:gd name="T41" fmla="*/ 0 h 107"/>
                    <a:gd name="T42" fmla="*/ 0 w 167"/>
                    <a:gd name="T43" fmla="*/ 0 h 107"/>
                    <a:gd name="T44" fmla="*/ 0 w 167"/>
                    <a:gd name="T45" fmla="*/ 0 h 107"/>
                    <a:gd name="T46" fmla="*/ 0 w 167"/>
                    <a:gd name="T47" fmla="*/ 0 h 107"/>
                    <a:gd name="T48" fmla="*/ 0 w 167"/>
                    <a:gd name="T49" fmla="*/ 0 h 107"/>
                    <a:gd name="T50" fmla="*/ 0 w 167"/>
                    <a:gd name="T51" fmla="*/ 0 h 107"/>
                    <a:gd name="T52" fmla="*/ 0 w 167"/>
                    <a:gd name="T53" fmla="*/ 0 h 107"/>
                    <a:gd name="T54" fmla="*/ 0 w 167"/>
                    <a:gd name="T55" fmla="*/ 0 h 107"/>
                    <a:gd name="T56" fmla="*/ 0 w 167"/>
                    <a:gd name="T57" fmla="*/ 0 h 107"/>
                    <a:gd name="T58" fmla="*/ 0 w 167"/>
                    <a:gd name="T59" fmla="*/ 0 h 107"/>
                    <a:gd name="T60" fmla="*/ 0 w 167"/>
                    <a:gd name="T61" fmla="*/ 0 h 107"/>
                    <a:gd name="T62" fmla="*/ 0 w 167"/>
                    <a:gd name="T63" fmla="*/ 0 h 107"/>
                    <a:gd name="T64" fmla="*/ 0 w 167"/>
                    <a:gd name="T65" fmla="*/ 0 h 107"/>
                    <a:gd name="T66" fmla="*/ 0 w 167"/>
                    <a:gd name="T67" fmla="*/ 0 h 107"/>
                    <a:gd name="T68" fmla="*/ 0 w 167"/>
                    <a:gd name="T69" fmla="*/ 0 h 107"/>
                    <a:gd name="T70" fmla="*/ 0 w 167"/>
                    <a:gd name="T71" fmla="*/ 0 h 107"/>
                    <a:gd name="T72" fmla="*/ 0 w 167"/>
                    <a:gd name="T73" fmla="*/ 0 h 107"/>
                    <a:gd name="T74" fmla="*/ 0 w 167"/>
                    <a:gd name="T75" fmla="*/ 0 h 107"/>
                    <a:gd name="T76" fmla="*/ 0 w 167"/>
                    <a:gd name="T77" fmla="*/ 0 h 107"/>
                    <a:gd name="T78" fmla="*/ 0 w 167"/>
                    <a:gd name="T79" fmla="*/ 0 h 107"/>
                    <a:gd name="T80" fmla="*/ 0 w 167"/>
                    <a:gd name="T81" fmla="*/ 0 h 107"/>
                    <a:gd name="T82" fmla="*/ 0 w 167"/>
                    <a:gd name="T83" fmla="*/ 0 h 107"/>
                    <a:gd name="T84" fmla="*/ 0 w 167"/>
                    <a:gd name="T85" fmla="*/ 0 h 107"/>
                    <a:gd name="T86" fmla="*/ 0 w 167"/>
                    <a:gd name="T87" fmla="*/ 0 h 107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67"/>
                    <a:gd name="T133" fmla="*/ 0 h 107"/>
                    <a:gd name="T134" fmla="*/ 167 w 167"/>
                    <a:gd name="T135" fmla="*/ 107 h 107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67" h="107">
                      <a:moveTo>
                        <a:pt x="113" y="60"/>
                      </a:moveTo>
                      <a:lnTo>
                        <a:pt x="118" y="64"/>
                      </a:lnTo>
                      <a:lnTo>
                        <a:pt x="118" y="68"/>
                      </a:lnTo>
                      <a:lnTo>
                        <a:pt x="118" y="69"/>
                      </a:lnTo>
                      <a:lnTo>
                        <a:pt x="116" y="73"/>
                      </a:lnTo>
                      <a:lnTo>
                        <a:pt x="116" y="75"/>
                      </a:lnTo>
                      <a:lnTo>
                        <a:pt x="116" y="77"/>
                      </a:lnTo>
                      <a:lnTo>
                        <a:pt x="115" y="79"/>
                      </a:lnTo>
                      <a:lnTo>
                        <a:pt x="111" y="79"/>
                      </a:lnTo>
                      <a:lnTo>
                        <a:pt x="109" y="79"/>
                      </a:lnTo>
                      <a:lnTo>
                        <a:pt x="105" y="77"/>
                      </a:lnTo>
                      <a:lnTo>
                        <a:pt x="100" y="75"/>
                      </a:lnTo>
                      <a:lnTo>
                        <a:pt x="92" y="75"/>
                      </a:lnTo>
                      <a:lnTo>
                        <a:pt x="88" y="75"/>
                      </a:lnTo>
                      <a:lnTo>
                        <a:pt x="83" y="75"/>
                      </a:lnTo>
                      <a:lnTo>
                        <a:pt x="73" y="73"/>
                      </a:lnTo>
                      <a:lnTo>
                        <a:pt x="64" y="71"/>
                      </a:lnTo>
                      <a:lnTo>
                        <a:pt x="58" y="69"/>
                      </a:lnTo>
                      <a:lnTo>
                        <a:pt x="57" y="64"/>
                      </a:lnTo>
                      <a:lnTo>
                        <a:pt x="55" y="60"/>
                      </a:lnTo>
                      <a:lnTo>
                        <a:pt x="53" y="54"/>
                      </a:lnTo>
                      <a:lnTo>
                        <a:pt x="51" y="51"/>
                      </a:lnTo>
                      <a:lnTo>
                        <a:pt x="49" y="49"/>
                      </a:lnTo>
                      <a:lnTo>
                        <a:pt x="47" y="47"/>
                      </a:lnTo>
                      <a:lnTo>
                        <a:pt x="43" y="43"/>
                      </a:lnTo>
                      <a:lnTo>
                        <a:pt x="42" y="39"/>
                      </a:lnTo>
                      <a:lnTo>
                        <a:pt x="42" y="38"/>
                      </a:lnTo>
                      <a:lnTo>
                        <a:pt x="40" y="38"/>
                      </a:lnTo>
                      <a:lnTo>
                        <a:pt x="38" y="39"/>
                      </a:lnTo>
                      <a:lnTo>
                        <a:pt x="36" y="41"/>
                      </a:lnTo>
                      <a:lnTo>
                        <a:pt x="36" y="43"/>
                      </a:lnTo>
                      <a:lnTo>
                        <a:pt x="38" y="45"/>
                      </a:lnTo>
                      <a:lnTo>
                        <a:pt x="40" y="49"/>
                      </a:lnTo>
                      <a:lnTo>
                        <a:pt x="40" y="51"/>
                      </a:lnTo>
                      <a:lnTo>
                        <a:pt x="40" y="53"/>
                      </a:lnTo>
                      <a:lnTo>
                        <a:pt x="40" y="54"/>
                      </a:lnTo>
                      <a:lnTo>
                        <a:pt x="38" y="54"/>
                      </a:lnTo>
                      <a:lnTo>
                        <a:pt x="36" y="54"/>
                      </a:lnTo>
                      <a:lnTo>
                        <a:pt x="30" y="51"/>
                      </a:lnTo>
                      <a:lnTo>
                        <a:pt x="25" y="47"/>
                      </a:lnTo>
                      <a:lnTo>
                        <a:pt x="19" y="45"/>
                      </a:lnTo>
                      <a:lnTo>
                        <a:pt x="15" y="41"/>
                      </a:lnTo>
                      <a:lnTo>
                        <a:pt x="12" y="41"/>
                      </a:lnTo>
                      <a:lnTo>
                        <a:pt x="10" y="43"/>
                      </a:lnTo>
                      <a:lnTo>
                        <a:pt x="10" y="45"/>
                      </a:lnTo>
                      <a:lnTo>
                        <a:pt x="12" y="49"/>
                      </a:lnTo>
                      <a:lnTo>
                        <a:pt x="15" y="51"/>
                      </a:lnTo>
                      <a:lnTo>
                        <a:pt x="17" y="53"/>
                      </a:lnTo>
                      <a:lnTo>
                        <a:pt x="21" y="54"/>
                      </a:lnTo>
                      <a:lnTo>
                        <a:pt x="23" y="56"/>
                      </a:lnTo>
                      <a:lnTo>
                        <a:pt x="23" y="58"/>
                      </a:lnTo>
                      <a:lnTo>
                        <a:pt x="21" y="58"/>
                      </a:lnTo>
                      <a:lnTo>
                        <a:pt x="17" y="58"/>
                      </a:lnTo>
                      <a:lnTo>
                        <a:pt x="15" y="58"/>
                      </a:lnTo>
                      <a:lnTo>
                        <a:pt x="10" y="58"/>
                      </a:lnTo>
                      <a:lnTo>
                        <a:pt x="6" y="58"/>
                      </a:lnTo>
                      <a:lnTo>
                        <a:pt x="2" y="58"/>
                      </a:lnTo>
                      <a:lnTo>
                        <a:pt x="0" y="58"/>
                      </a:lnTo>
                      <a:lnTo>
                        <a:pt x="0" y="60"/>
                      </a:lnTo>
                      <a:lnTo>
                        <a:pt x="0" y="64"/>
                      </a:lnTo>
                      <a:lnTo>
                        <a:pt x="2" y="64"/>
                      </a:lnTo>
                      <a:lnTo>
                        <a:pt x="8" y="66"/>
                      </a:lnTo>
                      <a:lnTo>
                        <a:pt x="12" y="68"/>
                      </a:lnTo>
                      <a:lnTo>
                        <a:pt x="17" y="68"/>
                      </a:lnTo>
                      <a:lnTo>
                        <a:pt x="21" y="68"/>
                      </a:lnTo>
                      <a:lnTo>
                        <a:pt x="23" y="68"/>
                      </a:lnTo>
                      <a:lnTo>
                        <a:pt x="19" y="69"/>
                      </a:lnTo>
                      <a:lnTo>
                        <a:pt x="17" y="69"/>
                      </a:lnTo>
                      <a:lnTo>
                        <a:pt x="15" y="71"/>
                      </a:lnTo>
                      <a:lnTo>
                        <a:pt x="12" y="73"/>
                      </a:lnTo>
                      <a:lnTo>
                        <a:pt x="8" y="75"/>
                      </a:lnTo>
                      <a:lnTo>
                        <a:pt x="6" y="75"/>
                      </a:lnTo>
                      <a:lnTo>
                        <a:pt x="4" y="77"/>
                      </a:lnTo>
                      <a:lnTo>
                        <a:pt x="4" y="79"/>
                      </a:lnTo>
                      <a:lnTo>
                        <a:pt x="6" y="81"/>
                      </a:lnTo>
                      <a:lnTo>
                        <a:pt x="8" y="82"/>
                      </a:lnTo>
                      <a:lnTo>
                        <a:pt x="12" y="81"/>
                      </a:lnTo>
                      <a:lnTo>
                        <a:pt x="15" y="79"/>
                      </a:lnTo>
                      <a:lnTo>
                        <a:pt x="19" y="79"/>
                      </a:lnTo>
                      <a:lnTo>
                        <a:pt x="21" y="79"/>
                      </a:lnTo>
                      <a:lnTo>
                        <a:pt x="23" y="79"/>
                      </a:lnTo>
                      <a:lnTo>
                        <a:pt x="25" y="79"/>
                      </a:lnTo>
                      <a:lnTo>
                        <a:pt x="23" y="81"/>
                      </a:lnTo>
                      <a:lnTo>
                        <a:pt x="21" y="82"/>
                      </a:lnTo>
                      <a:lnTo>
                        <a:pt x="19" y="82"/>
                      </a:lnTo>
                      <a:lnTo>
                        <a:pt x="17" y="86"/>
                      </a:lnTo>
                      <a:lnTo>
                        <a:pt x="17" y="88"/>
                      </a:lnTo>
                      <a:lnTo>
                        <a:pt x="15" y="92"/>
                      </a:lnTo>
                      <a:lnTo>
                        <a:pt x="13" y="92"/>
                      </a:lnTo>
                      <a:lnTo>
                        <a:pt x="13" y="94"/>
                      </a:lnTo>
                      <a:lnTo>
                        <a:pt x="15" y="96"/>
                      </a:lnTo>
                      <a:lnTo>
                        <a:pt x="17" y="94"/>
                      </a:lnTo>
                      <a:lnTo>
                        <a:pt x="19" y="92"/>
                      </a:lnTo>
                      <a:lnTo>
                        <a:pt x="23" y="90"/>
                      </a:lnTo>
                      <a:lnTo>
                        <a:pt x="25" y="86"/>
                      </a:lnTo>
                      <a:lnTo>
                        <a:pt x="27" y="84"/>
                      </a:lnTo>
                      <a:lnTo>
                        <a:pt x="30" y="84"/>
                      </a:lnTo>
                      <a:lnTo>
                        <a:pt x="38" y="86"/>
                      </a:lnTo>
                      <a:lnTo>
                        <a:pt x="45" y="86"/>
                      </a:lnTo>
                      <a:lnTo>
                        <a:pt x="51" y="84"/>
                      </a:lnTo>
                      <a:lnTo>
                        <a:pt x="55" y="86"/>
                      </a:lnTo>
                      <a:lnTo>
                        <a:pt x="62" y="88"/>
                      </a:lnTo>
                      <a:lnTo>
                        <a:pt x="70" y="92"/>
                      </a:lnTo>
                      <a:lnTo>
                        <a:pt x="73" y="94"/>
                      </a:lnTo>
                      <a:lnTo>
                        <a:pt x="77" y="96"/>
                      </a:lnTo>
                      <a:lnTo>
                        <a:pt x="81" y="99"/>
                      </a:lnTo>
                      <a:lnTo>
                        <a:pt x="86" y="101"/>
                      </a:lnTo>
                      <a:lnTo>
                        <a:pt x="94" y="105"/>
                      </a:lnTo>
                      <a:lnTo>
                        <a:pt x="101" y="107"/>
                      </a:lnTo>
                      <a:lnTo>
                        <a:pt x="111" y="107"/>
                      </a:lnTo>
                      <a:lnTo>
                        <a:pt x="120" y="107"/>
                      </a:lnTo>
                      <a:lnTo>
                        <a:pt x="131" y="103"/>
                      </a:lnTo>
                      <a:lnTo>
                        <a:pt x="135" y="99"/>
                      </a:lnTo>
                      <a:lnTo>
                        <a:pt x="141" y="92"/>
                      </a:lnTo>
                      <a:lnTo>
                        <a:pt x="146" y="82"/>
                      </a:lnTo>
                      <a:lnTo>
                        <a:pt x="146" y="73"/>
                      </a:lnTo>
                      <a:lnTo>
                        <a:pt x="150" y="73"/>
                      </a:lnTo>
                      <a:lnTo>
                        <a:pt x="152" y="64"/>
                      </a:lnTo>
                      <a:lnTo>
                        <a:pt x="154" y="56"/>
                      </a:lnTo>
                      <a:lnTo>
                        <a:pt x="158" y="51"/>
                      </a:lnTo>
                      <a:lnTo>
                        <a:pt x="161" y="45"/>
                      </a:lnTo>
                      <a:lnTo>
                        <a:pt x="167" y="38"/>
                      </a:lnTo>
                      <a:lnTo>
                        <a:pt x="167" y="24"/>
                      </a:lnTo>
                      <a:lnTo>
                        <a:pt x="161" y="9"/>
                      </a:lnTo>
                      <a:lnTo>
                        <a:pt x="143" y="0"/>
                      </a:lnTo>
                      <a:lnTo>
                        <a:pt x="131" y="2"/>
                      </a:lnTo>
                      <a:lnTo>
                        <a:pt x="124" y="8"/>
                      </a:lnTo>
                      <a:lnTo>
                        <a:pt x="118" y="17"/>
                      </a:lnTo>
                      <a:lnTo>
                        <a:pt x="118" y="24"/>
                      </a:lnTo>
                      <a:lnTo>
                        <a:pt x="118" y="32"/>
                      </a:lnTo>
                      <a:lnTo>
                        <a:pt x="116" y="45"/>
                      </a:lnTo>
                      <a:lnTo>
                        <a:pt x="115" y="54"/>
                      </a:lnTo>
                      <a:lnTo>
                        <a:pt x="113" y="60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3" name="Freeform 77"/>
                <p:cNvSpPr/>
                <p:nvPr/>
              </p:nvSpPr>
              <p:spPr bwMode="auto">
                <a:xfrm>
                  <a:off x="1116" y="1020"/>
                  <a:ext cx="150" cy="223"/>
                </a:xfrm>
                <a:custGeom>
                  <a:avLst/>
                  <a:gdLst>
                    <a:gd name="T0" fmla="*/ 1 w 299"/>
                    <a:gd name="T1" fmla="*/ 1 h 446"/>
                    <a:gd name="T2" fmla="*/ 1 w 299"/>
                    <a:gd name="T3" fmla="*/ 1 h 446"/>
                    <a:gd name="T4" fmla="*/ 1 w 299"/>
                    <a:gd name="T5" fmla="*/ 0 h 446"/>
                    <a:gd name="T6" fmla="*/ 1 w 299"/>
                    <a:gd name="T7" fmla="*/ 1 h 446"/>
                    <a:gd name="T8" fmla="*/ 1 w 299"/>
                    <a:gd name="T9" fmla="*/ 1 h 446"/>
                    <a:gd name="T10" fmla="*/ 1 w 299"/>
                    <a:gd name="T11" fmla="*/ 1 h 446"/>
                    <a:gd name="T12" fmla="*/ 1 w 299"/>
                    <a:gd name="T13" fmla="*/ 1 h 446"/>
                    <a:gd name="T14" fmla="*/ 1 w 299"/>
                    <a:gd name="T15" fmla="*/ 1 h 446"/>
                    <a:gd name="T16" fmla="*/ 1 w 299"/>
                    <a:gd name="T17" fmla="*/ 1 h 446"/>
                    <a:gd name="T18" fmla="*/ 1 w 299"/>
                    <a:gd name="T19" fmla="*/ 1 h 446"/>
                    <a:gd name="T20" fmla="*/ 1 w 299"/>
                    <a:gd name="T21" fmla="*/ 1 h 446"/>
                    <a:gd name="T22" fmla="*/ 1 w 299"/>
                    <a:gd name="T23" fmla="*/ 1 h 446"/>
                    <a:gd name="T24" fmla="*/ 1 w 299"/>
                    <a:gd name="T25" fmla="*/ 1 h 446"/>
                    <a:gd name="T26" fmla="*/ 1 w 299"/>
                    <a:gd name="T27" fmla="*/ 1 h 446"/>
                    <a:gd name="T28" fmla="*/ 1 w 299"/>
                    <a:gd name="T29" fmla="*/ 1 h 446"/>
                    <a:gd name="T30" fmla="*/ 1 w 299"/>
                    <a:gd name="T31" fmla="*/ 1 h 446"/>
                    <a:gd name="T32" fmla="*/ 1 w 299"/>
                    <a:gd name="T33" fmla="*/ 1 h 446"/>
                    <a:gd name="T34" fmla="*/ 1 w 299"/>
                    <a:gd name="T35" fmla="*/ 1 h 446"/>
                    <a:gd name="T36" fmla="*/ 1 w 299"/>
                    <a:gd name="T37" fmla="*/ 1 h 446"/>
                    <a:gd name="T38" fmla="*/ 1 w 299"/>
                    <a:gd name="T39" fmla="*/ 1 h 446"/>
                    <a:gd name="T40" fmla="*/ 1 w 299"/>
                    <a:gd name="T41" fmla="*/ 1 h 446"/>
                    <a:gd name="T42" fmla="*/ 1 w 299"/>
                    <a:gd name="T43" fmla="*/ 1 h 446"/>
                    <a:gd name="T44" fmla="*/ 1 w 299"/>
                    <a:gd name="T45" fmla="*/ 1 h 446"/>
                    <a:gd name="T46" fmla="*/ 1 w 299"/>
                    <a:gd name="T47" fmla="*/ 1 h 446"/>
                    <a:gd name="T48" fmla="*/ 1 w 299"/>
                    <a:gd name="T49" fmla="*/ 1 h 446"/>
                    <a:gd name="T50" fmla="*/ 1 w 299"/>
                    <a:gd name="T51" fmla="*/ 1 h 446"/>
                    <a:gd name="T52" fmla="*/ 1 w 299"/>
                    <a:gd name="T53" fmla="*/ 1 h 446"/>
                    <a:gd name="T54" fmla="*/ 1 w 299"/>
                    <a:gd name="T55" fmla="*/ 1 h 446"/>
                    <a:gd name="T56" fmla="*/ 1 w 299"/>
                    <a:gd name="T57" fmla="*/ 1 h 446"/>
                    <a:gd name="T58" fmla="*/ 1 w 299"/>
                    <a:gd name="T59" fmla="*/ 1 h 446"/>
                    <a:gd name="T60" fmla="*/ 1 w 299"/>
                    <a:gd name="T61" fmla="*/ 1 h 446"/>
                    <a:gd name="T62" fmla="*/ 1 w 299"/>
                    <a:gd name="T63" fmla="*/ 1 h 446"/>
                    <a:gd name="T64" fmla="*/ 1 w 299"/>
                    <a:gd name="T65" fmla="*/ 1 h 446"/>
                    <a:gd name="T66" fmla="*/ 1 w 299"/>
                    <a:gd name="T67" fmla="*/ 1 h 446"/>
                    <a:gd name="T68" fmla="*/ 1 w 299"/>
                    <a:gd name="T69" fmla="*/ 1 h 446"/>
                    <a:gd name="T70" fmla="*/ 1 w 299"/>
                    <a:gd name="T71" fmla="*/ 1 h 446"/>
                    <a:gd name="T72" fmla="*/ 1 w 299"/>
                    <a:gd name="T73" fmla="*/ 1 h 446"/>
                    <a:gd name="T74" fmla="*/ 1 w 299"/>
                    <a:gd name="T75" fmla="*/ 1 h 446"/>
                    <a:gd name="T76" fmla="*/ 1 w 299"/>
                    <a:gd name="T77" fmla="*/ 1 h 446"/>
                    <a:gd name="T78" fmla="*/ 1 w 299"/>
                    <a:gd name="T79" fmla="*/ 1 h 446"/>
                    <a:gd name="T80" fmla="*/ 1 w 299"/>
                    <a:gd name="T81" fmla="*/ 1 h 446"/>
                    <a:gd name="T82" fmla="*/ 1 w 299"/>
                    <a:gd name="T83" fmla="*/ 1 h 446"/>
                    <a:gd name="T84" fmla="*/ 1 w 299"/>
                    <a:gd name="T85" fmla="*/ 1 h 446"/>
                    <a:gd name="T86" fmla="*/ 1 w 299"/>
                    <a:gd name="T87" fmla="*/ 1 h 446"/>
                    <a:gd name="T88" fmla="*/ 1 w 299"/>
                    <a:gd name="T89" fmla="*/ 1 h 446"/>
                    <a:gd name="T90" fmla="*/ 1 w 299"/>
                    <a:gd name="T91" fmla="*/ 1 h 446"/>
                    <a:gd name="T92" fmla="*/ 1 w 299"/>
                    <a:gd name="T93" fmla="*/ 1 h 446"/>
                    <a:gd name="T94" fmla="*/ 1 w 299"/>
                    <a:gd name="T95" fmla="*/ 1 h 446"/>
                    <a:gd name="T96" fmla="*/ 1 w 299"/>
                    <a:gd name="T97" fmla="*/ 1 h 446"/>
                    <a:gd name="T98" fmla="*/ 1 w 299"/>
                    <a:gd name="T99" fmla="*/ 1 h 446"/>
                    <a:gd name="T100" fmla="*/ 1 w 299"/>
                    <a:gd name="T101" fmla="*/ 1 h 446"/>
                    <a:gd name="T102" fmla="*/ 1 w 299"/>
                    <a:gd name="T103" fmla="*/ 1 h 446"/>
                    <a:gd name="T104" fmla="*/ 1 w 299"/>
                    <a:gd name="T105" fmla="*/ 1 h 446"/>
                    <a:gd name="T106" fmla="*/ 1 w 299"/>
                    <a:gd name="T107" fmla="*/ 1 h 446"/>
                    <a:gd name="T108" fmla="*/ 1 w 299"/>
                    <a:gd name="T109" fmla="*/ 1 h 446"/>
                    <a:gd name="T110" fmla="*/ 1 w 299"/>
                    <a:gd name="T111" fmla="*/ 1 h 44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299"/>
                    <a:gd name="T169" fmla="*/ 0 h 446"/>
                    <a:gd name="T170" fmla="*/ 299 w 299"/>
                    <a:gd name="T171" fmla="*/ 446 h 44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299" h="446">
                      <a:moveTo>
                        <a:pt x="43" y="39"/>
                      </a:moveTo>
                      <a:lnTo>
                        <a:pt x="41" y="37"/>
                      </a:lnTo>
                      <a:lnTo>
                        <a:pt x="39" y="30"/>
                      </a:lnTo>
                      <a:lnTo>
                        <a:pt x="39" y="24"/>
                      </a:lnTo>
                      <a:lnTo>
                        <a:pt x="43" y="19"/>
                      </a:lnTo>
                      <a:lnTo>
                        <a:pt x="43" y="20"/>
                      </a:lnTo>
                      <a:lnTo>
                        <a:pt x="45" y="22"/>
                      </a:lnTo>
                      <a:lnTo>
                        <a:pt x="49" y="24"/>
                      </a:lnTo>
                      <a:lnTo>
                        <a:pt x="51" y="24"/>
                      </a:lnTo>
                      <a:lnTo>
                        <a:pt x="49" y="19"/>
                      </a:lnTo>
                      <a:lnTo>
                        <a:pt x="49" y="15"/>
                      </a:lnTo>
                      <a:lnTo>
                        <a:pt x="52" y="9"/>
                      </a:lnTo>
                      <a:lnTo>
                        <a:pt x="58" y="4"/>
                      </a:lnTo>
                      <a:lnTo>
                        <a:pt x="65" y="2"/>
                      </a:lnTo>
                      <a:lnTo>
                        <a:pt x="77" y="0"/>
                      </a:lnTo>
                      <a:lnTo>
                        <a:pt x="90" y="2"/>
                      </a:lnTo>
                      <a:lnTo>
                        <a:pt x="109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9"/>
                      </a:lnTo>
                      <a:lnTo>
                        <a:pt x="99" y="13"/>
                      </a:lnTo>
                      <a:lnTo>
                        <a:pt x="101" y="9"/>
                      </a:lnTo>
                      <a:lnTo>
                        <a:pt x="107" y="11"/>
                      </a:lnTo>
                      <a:lnTo>
                        <a:pt x="110" y="15"/>
                      </a:lnTo>
                      <a:lnTo>
                        <a:pt x="116" y="19"/>
                      </a:lnTo>
                      <a:lnTo>
                        <a:pt x="122" y="26"/>
                      </a:lnTo>
                      <a:lnTo>
                        <a:pt x="133" y="35"/>
                      </a:lnTo>
                      <a:lnTo>
                        <a:pt x="144" y="43"/>
                      </a:lnTo>
                      <a:lnTo>
                        <a:pt x="153" y="39"/>
                      </a:lnTo>
                      <a:lnTo>
                        <a:pt x="155" y="47"/>
                      </a:lnTo>
                      <a:lnTo>
                        <a:pt x="155" y="58"/>
                      </a:lnTo>
                      <a:lnTo>
                        <a:pt x="148" y="65"/>
                      </a:lnTo>
                      <a:lnTo>
                        <a:pt x="129" y="67"/>
                      </a:lnTo>
                      <a:lnTo>
                        <a:pt x="133" y="69"/>
                      </a:lnTo>
                      <a:lnTo>
                        <a:pt x="137" y="71"/>
                      </a:lnTo>
                      <a:lnTo>
                        <a:pt x="140" y="71"/>
                      </a:lnTo>
                      <a:lnTo>
                        <a:pt x="144" y="71"/>
                      </a:lnTo>
                      <a:lnTo>
                        <a:pt x="140" y="77"/>
                      </a:lnTo>
                      <a:lnTo>
                        <a:pt x="133" y="80"/>
                      </a:lnTo>
                      <a:lnTo>
                        <a:pt x="124" y="82"/>
                      </a:lnTo>
                      <a:lnTo>
                        <a:pt x="110" y="80"/>
                      </a:lnTo>
                      <a:lnTo>
                        <a:pt x="116" y="82"/>
                      </a:lnTo>
                      <a:lnTo>
                        <a:pt x="118" y="84"/>
                      </a:lnTo>
                      <a:lnTo>
                        <a:pt x="122" y="86"/>
                      </a:lnTo>
                      <a:lnTo>
                        <a:pt x="124" y="86"/>
                      </a:lnTo>
                      <a:lnTo>
                        <a:pt x="122" y="88"/>
                      </a:lnTo>
                      <a:lnTo>
                        <a:pt x="120" y="90"/>
                      </a:lnTo>
                      <a:lnTo>
                        <a:pt x="118" y="90"/>
                      </a:lnTo>
                      <a:lnTo>
                        <a:pt x="116" y="90"/>
                      </a:lnTo>
                      <a:lnTo>
                        <a:pt x="110" y="88"/>
                      </a:lnTo>
                      <a:lnTo>
                        <a:pt x="107" y="88"/>
                      </a:lnTo>
                      <a:lnTo>
                        <a:pt x="105" y="90"/>
                      </a:lnTo>
                      <a:lnTo>
                        <a:pt x="105" y="92"/>
                      </a:lnTo>
                      <a:lnTo>
                        <a:pt x="109" y="92"/>
                      </a:lnTo>
                      <a:lnTo>
                        <a:pt x="114" y="93"/>
                      </a:lnTo>
                      <a:lnTo>
                        <a:pt x="120" y="95"/>
                      </a:lnTo>
                      <a:lnTo>
                        <a:pt x="124" y="97"/>
                      </a:lnTo>
                      <a:lnTo>
                        <a:pt x="124" y="99"/>
                      </a:lnTo>
                      <a:lnTo>
                        <a:pt x="127" y="101"/>
                      </a:lnTo>
                      <a:lnTo>
                        <a:pt x="129" y="103"/>
                      </a:lnTo>
                      <a:lnTo>
                        <a:pt x="129" y="105"/>
                      </a:lnTo>
                      <a:lnTo>
                        <a:pt x="133" y="108"/>
                      </a:lnTo>
                      <a:lnTo>
                        <a:pt x="135" y="116"/>
                      </a:lnTo>
                      <a:lnTo>
                        <a:pt x="137" y="127"/>
                      </a:lnTo>
                      <a:lnTo>
                        <a:pt x="135" y="135"/>
                      </a:lnTo>
                      <a:lnTo>
                        <a:pt x="137" y="135"/>
                      </a:lnTo>
                      <a:lnTo>
                        <a:pt x="138" y="135"/>
                      </a:lnTo>
                      <a:lnTo>
                        <a:pt x="140" y="138"/>
                      </a:lnTo>
                      <a:lnTo>
                        <a:pt x="144" y="144"/>
                      </a:lnTo>
                      <a:lnTo>
                        <a:pt x="146" y="150"/>
                      </a:lnTo>
                      <a:lnTo>
                        <a:pt x="148" y="153"/>
                      </a:lnTo>
                      <a:lnTo>
                        <a:pt x="146" y="157"/>
                      </a:lnTo>
                      <a:lnTo>
                        <a:pt x="144" y="163"/>
                      </a:lnTo>
                      <a:lnTo>
                        <a:pt x="142" y="170"/>
                      </a:lnTo>
                      <a:lnTo>
                        <a:pt x="144" y="178"/>
                      </a:lnTo>
                      <a:lnTo>
                        <a:pt x="146" y="182"/>
                      </a:lnTo>
                      <a:lnTo>
                        <a:pt x="148" y="183"/>
                      </a:lnTo>
                      <a:lnTo>
                        <a:pt x="150" y="183"/>
                      </a:lnTo>
                      <a:lnTo>
                        <a:pt x="157" y="189"/>
                      </a:lnTo>
                      <a:lnTo>
                        <a:pt x="165" y="196"/>
                      </a:lnTo>
                      <a:lnTo>
                        <a:pt x="170" y="206"/>
                      </a:lnTo>
                      <a:lnTo>
                        <a:pt x="172" y="211"/>
                      </a:lnTo>
                      <a:lnTo>
                        <a:pt x="176" y="217"/>
                      </a:lnTo>
                      <a:lnTo>
                        <a:pt x="183" y="223"/>
                      </a:lnTo>
                      <a:lnTo>
                        <a:pt x="193" y="228"/>
                      </a:lnTo>
                      <a:lnTo>
                        <a:pt x="204" y="234"/>
                      </a:lnTo>
                      <a:lnTo>
                        <a:pt x="217" y="238"/>
                      </a:lnTo>
                      <a:lnTo>
                        <a:pt x="230" y="241"/>
                      </a:lnTo>
                      <a:lnTo>
                        <a:pt x="243" y="243"/>
                      </a:lnTo>
                      <a:lnTo>
                        <a:pt x="255" y="241"/>
                      </a:lnTo>
                      <a:lnTo>
                        <a:pt x="247" y="251"/>
                      </a:lnTo>
                      <a:lnTo>
                        <a:pt x="238" y="256"/>
                      </a:lnTo>
                      <a:lnTo>
                        <a:pt x="228" y="260"/>
                      </a:lnTo>
                      <a:lnTo>
                        <a:pt x="221" y="260"/>
                      </a:lnTo>
                      <a:lnTo>
                        <a:pt x="215" y="262"/>
                      </a:lnTo>
                      <a:lnTo>
                        <a:pt x="210" y="266"/>
                      </a:lnTo>
                      <a:lnTo>
                        <a:pt x="202" y="270"/>
                      </a:lnTo>
                      <a:lnTo>
                        <a:pt x="196" y="275"/>
                      </a:lnTo>
                      <a:lnTo>
                        <a:pt x="193" y="281"/>
                      </a:lnTo>
                      <a:lnTo>
                        <a:pt x="191" y="286"/>
                      </a:lnTo>
                      <a:lnTo>
                        <a:pt x="187" y="288"/>
                      </a:lnTo>
                      <a:lnTo>
                        <a:pt x="183" y="290"/>
                      </a:lnTo>
                      <a:lnTo>
                        <a:pt x="187" y="294"/>
                      </a:lnTo>
                      <a:lnTo>
                        <a:pt x="189" y="298"/>
                      </a:lnTo>
                      <a:lnTo>
                        <a:pt x="193" y="301"/>
                      </a:lnTo>
                      <a:lnTo>
                        <a:pt x="193" y="303"/>
                      </a:lnTo>
                      <a:lnTo>
                        <a:pt x="193" y="305"/>
                      </a:lnTo>
                      <a:lnTo>
                        <a:pt x="195" y="307"/>
                      </a:lnTo>
                      <a:lnTo>
                        <a:pt x="198" y="309"/>
                      </a:lnTo>
                      <a:lnTo>
                        <a:pt x="202" y="309"/>
                      </a:lnTo>
                      <a:lnTo>
                        <a:pt x="208" y="309"/>
                      </a:lnTo>
                      <a:lnTo>
                        <a:pt x="215" y="307"/>
                      </a:lnTo>
                      <a:lnTo>
                        <a:pt x="225" y="307"/>
                      </a:lnTo>
                      <a:lnTo>
                        <a:pt x="234" y="309"/>
                      </a:lnTo>
                      <a:lnTo>
                        <a:pt x="243" y="313"/>
                      </a:lnTo>
                      <a:lnTo>
                        <a:pt x="251" y="318"/>
                      </a:lnTo>
                      <a:lnTo>
                        <a:pt x="260" y="322"/>
                      </a:lnTo>
                      <a:lnTo>
                        <a:pt x="268" y="324"/>
                      </a:lnTo>
                      <a:lnTo>
                        <a:pt x="275" y="324"/>
                      </a:lnTo>
                      <a:lnTo>
                        <a:pt x="281" y="322"/>
                      </a:lnTo>
                      <a:lnTo>
                        <a:pt x="286" y="320"/>
                      </a:lnTo>
                      <a:lnTo>
                        <a:pt x="292" y="322"/>
                      </a:lnTo>
                      <a:lnTo>
                        <a:pt x="298" y="326"/>
                      </a:lnTo>
                      <a:lnTo>
                        <a:pt x="299" y="333"/>
                      </a:lnTo>
                      <a:lnTo>
                        <a:pt x="299" y="341"/>
                      </a:lnTo>
                      <a:lnTo>
                        <a:pt x="298" y="348"/>
                      </a:lnTo>
                      <a:lnTo>
                        <a:pt x="298" y="354"/>
                      </a:lnTo>
                      <a:lnTo>
                        <a:pt x="296" y="361"/>
                      </a:lnTo>
                      <a:lnTo>
                        <a:pt x="294" y="367"/>
                      </a:lnTo>
                      <a:lnTo>
                        <a:pt x="294" y="374"/>
                      </a:lnTo>
                      <a:lnTo>
                        <a:pt x="294" y="380"/>
                      </a:lnTo>
                      <a:lnTo>
                        <a:pt x="292" y="386"/>
                      </a:lnTo>
                      <a:lnTo>
                        <a:pt x="288" y="391"/>
                      </a:lnTo>
                      <a:lnTo>
                        <a:pt x="283" y="395"/>
                      </a:lnTo>
                      <a:lnTo>
                        <a:pt x="277" y="393"/>
                      </a:lnTo>
                      <a:lnTo>
                        <a:pt x="273" y="391"/>
                      </a:lnTo>
                      <a:lnTo>
                        <a:pt x="271" y="388"/>
                      </a:lnTo>
                      <a:lnTo>
                        <a:pt x="273" y="382"/>
                      </a:lnTo>
                      <a:lnTo>
                        <a:pt x="273" y="380"/>
                      </a:lnTo>
                      <a:lnTo>
                        <a:pt x="273" y="374"/>
                      </a:lnTo>
                      <a:lnTo>
                        <a:pt x="271" y="371"/>
                      </a:lnTo>
                      <a:lnTo>
                        <a:pt x="269" y="367"/>
                      </a:lnTo>
                      <a:lnTo>
                        <a:pt x="268" y="363"/>
                      </a:lnTo>
                      <a:lnTo>
                        <a:pt x="266" y="358"/>
                      </a:lnTo>
                      <a:lnTo>
                        <a:pt x="264" y="352"/>
                      </a:lnTo>
                      <a:lnTo>
                        <a:pt x="264" y="348"/>
                      </a:lnTo>
                      <a:lnTo>
                        <a:pt x="260" y="346"/>
                      </a:lnTo>
                      <a:lnTo>
                        <a:pt x="255" y="344"/>
                      </a:lnTo>
                      <a:lnTo>
                        <a:pt x="249" y="341"/>
                      </a:lnTo>
                      <a:lnTo>
                        <a:pt x="245" y="341"/>
                      </a:lnTo>
                      <a:lnTo>
                        <a:pt x="241" y="341"/>
                      </a:lnTo>
                      <a:lnTo>
                        <a:pt x="234" y="341"/>
                      </a:lnTo>
                      <a:lnTo>
                        <a:pt x="226" y="339"/>
                      </a:lnTo>
                      <a:lnTo>
                        <a:pt x="217" y="339"/>
                      </a:lnTo>
                      <a:lnTo>
                        <a:pt x="206" y="337"/>
                      </a:lnTo>
                      <a:lnTo>
                        <a:pt x="198" y="335"/>
                      </a:lnTo>
                      <a:lnTo>
                        <a:pt x="191" y="335"/>
                      </a:lnTo>
                      <a:lnTo>
                        <a:pt x="187" y="333"/>
                      </a:lnTo>
                      <a:lnTo>
                        <a:pt x="182" y="331"/>
                      </a:lnTo>
                      <a:lnTo>
                        <a:pt x="174" y="329"/>
                      </a:lnTo>
                      <a:lnTo>
                        <a:pt x="167" y="324"/>
                      </a:lnTo>
                      <a:lnTo>
                        <a:pt x="159" y="318"/>
                      </a:lnTo>
                      <a:lnTo>
                        <a:pt x="152" y="311"/>
                      </a:lnTo>
                      <a:lnTo>
                        <a:pt x="148" y="305"/>
                      </a:lnTo>
                      <a:lnTo>
                        <a:pt x="144" y="300"/>
                      </a:lnTo>
                      <a:lnTo>
                        <a:pt x="142" y="298"/>
                      </a:lnTo>
                      <a:lnTo>
                        <a:pt x="138" y="300"/>
                      </a:lnTo>
                      <a:lnTo>
                        <a:pt x="131" y="303"/>
                      </a:lnTo>
                      <a:lnTo>
                        <a:pt x="122" y="307"/>
                      </a:lnTo>
                      <a:lnTo>
                        <a:pt x="110" y="307"/>
                      </a:lnTo>
                      <a:lnTo>
                        <a:pt x="109" y="309"/>
                      </a:lnTo>
                      <a:lnTo>
                        <a:pt x="105" y="314"/>
                      </a:lnTo>
                      <a:lnTo>
                        <a:pt x="103" y="318"/>
                      </a:lnTo>
                      <a:lnTo>
                        <a:pt x="101" y="322"/>
                      </a:lnTo>
                      <a:lnTo>
                        <a:pt x="101" y="328"/>
                      </a:lnTo>
                      <a:lnTo>
                        <a:pt x="99" y="337"/>
                      </a:lnTo>
                      <a:lnTo>
                        <a:pt x="97" y="346"/>
                      </a:lnTo>
                      <a:lnTo>
                        <a:pt x="92" y="356"/>
                      </a:lnTo>
                      <a:lnTo>
                        <a:pt x="86" y="365"/>
                      </a:lnTo>
                      <a:lnTo>
                        <a:pt x="79" y="374"/>
                      </a:lnTo>
                      <a:lnTo>
                        <a:pt x="71" y="386"/>
                      </a:lnTo>
                      <a:lnTo>
                        <a:pt x="67" y="399"/>
                      </a:lnTo>
                      <a:lnTo>
                        <a:pt x="67" y="408"/>
                      </a:lnTo>
                      <a:lnTo>
                        <a:pt x="67" y="416"/>
                      </a:lnTo>
                      <a:lnTo>
                        <a:pt x="65" y="425"/>
                      </a:lnTo>
                      <a:lnTo>
                        <a:pt x="62" y="434"/>
                      </a:lnTo>
                      <a:lnTo>
                        <a:pt x="58" y="436"/>
                      </a:lnTo>
                      <a:lnTo>
                        <a:pt x="56" y="436"/>
                      </a:lnTo>
                      <a:lnTo>
                        <a:pt x="52" y="434"/>
                      </a:lnTo>
                      <a:lnTo>
                        <a:pt x="51" y="434"/>
                      </a:lnTo>
                      <a:lnTo>
                        <a:pt x="47" y="434"/>
                      </a:lnTo>
                      <a:lnTo>
                        <a:pt x="39" y="436"/>
                      </a:lnTo>
                      <a:lnTo>
                        <a:pt x="34" y="440"/>
                      </a:lnTo>
                      <a:lnTo>
                        <a:pt x="28" y="444"/>
                      </a:lnTo>
                      <a:lnTo>
                        <a:pt x="22" y="446"/>
                      </a:lnTo>
                      <a:lnTo>
                        <a:pt x="17" y="444"/>
                      </a:lnTo>
                      <a:lnTo>
                        <a:pt x="11" y="442"/>
                      </a:lnTo>
                      <a:lnTo>
                        <a:pt x="7" y="438"/>
                      </a:lnTo>
                      <a:lnTo>
                        <a:pt x="4" y="436"/>
                      </a:lnTo>
                      <a:lnTo>
                        <a:pt x="2" y="433"/>
                      </a:lnTo>
                      <a:lnTo>
                        <a:pt x="0" y="431"/>
                      </a:lnTo>
                      <a:lnTo>
                        <a:pt x="0" y="429"/>
                      </a:lnTo>
                      <a:lnTo>
                        <a:pt x="0" y="425"/>
                      </a:lnTo>
                      <a:lnTo>
                        <a:pt x="2" y="423"/>
                      </a:lnTo>
                      <a:lnTo>
                        <a:pt x="6" y="421"/>
                      </a:lnTo>
                      <a:lnTo>
                        <a:pt x="9" y="423"/>
                      </a:lnTo>
                      <a:lnTo>
                        <a:pt x="13" y="423"/>
                      </a:lnTo>
                      <a:lnTo>
                        <a:pt x="15" y="423"/>
                      </a:lnTo>
                      <a:lnTo>
                        <a:pt x="19" y="421"/>
                      </a:lnTo>
                      <a:lnTo>
                        <a:pt x="19" y="419"/>
                      </a:lnTo>
                      <a:lnTo>
                        <a:pt x="22" y="418"/>
                      </a:lnTo>
                      <a:lnTo>
                        <a:pt x="24" y="414"/>
                      </a:lnTo>
                      <a:lnTo>
                        <a:pt x="28" y="412"/>
                      </a:lnTo>
                      <a:lnTo>
                        <a:pt x="28" y="410"/>
                      </a:lnTo>
                      <a:lnTo>
                        <a:pt x="24" y="406"/>
                      </a:lnTo>
                      <a:lnTo>
                        <a:pt x="34" y="401"/>
                      </a:lnTo>
                      <a:lnTo>
                        <a:pt x="34" y="404"/>
                      </a:lnTo>
                      <a:lnTo>
                        <a:pt x="36" y="404"/>
                      </a:lnTo>
                      <a:lnTo>
                        <a:pt x="39" y="403"/>
                      </a:lnTo>
                      <a:lnTo>
                        <a:pt x="41" y="399"/>
                      </a:lnTo>
                      <a:lnTo>
                        <a:pt x="43" y="395"/>
                      </a:lnTo>
                      <a:lnTo>
                        <a:pt x="49" y="382"/>
                      </a:lnTo>
                      <a:lnTo>
                        <a:pt x="56" y="358"/>
                      </a:lnTo>
                      <a:lnTo>
                        <a:pt x="62" y="333"/>
                      </a:lnTo>
                      <a:lnTo>
                        <a:pt x="65" y="318"/>
                      </a:lnTo>
                      <a:lnTo>
                        <a:pt x="65" y="313"/>
                      </a:lnTo>
                      <a:lnTo>
                        <a:pt x="69" y="309"/>
                      </a:lnTo>
                      <a:lnTo>
                        <a:pt x="71" y="303"/>
                      </a:lnTo>
                      <a:lnTo>
                        <a:pt x="71" y="300"/>
                      </a:lnTo>
                      <a:lnTo>
                        <a:pt x="69" y="300"/>
                      </a:lnTo>
                      <a:lnTo>
                        <a:pt x="67" y="300"/>
                      </a:lnTo>
                      <a:lnTo>
                        <a:pt x="65" y="300"/>
                      </a:lnTo>
                      <a:lnTo>
                        <a:pt x="69" y="292"/>
                      </a:lnTo>
                      <a:lnTo>
                        <a:pt x="73" y="285"/>
                      </a:lnTo>
                      <a:lnTo>
                        <a:pt x="73" y="277"/>
                      </a:lnTo>
                      <a:lnTo>
                        <a:pt x="71" y="270"/>
                      </a:lnTo>
                      <a:lnTo>
                        <a:pt x="71" y="256"/>
                      </a:lnTo>
                      <a:lnTo>
                        <a:pt x="71" y="238"/>
                      </a:lnTo>
                      <a:lnTo>
                        <a:pt x="73" y="221"/>
                      </a:lnTo>
                      <a:lnTo>
                        <a:pt x="77" y="208"/>
                      </a:lnTo>
                      <a:lnTo>
                        <a:pt x="82" y="200"/>
                      </a:lnTo>
                      <a:lnTo>
                        <a:pt x="84" y="196"/>
                      </a:lnTo>
                      <a:lnTo>
                        <a:pt x="88" y="195"/>
                      </a:lnTo>
                      <a:lnTo>
                        <a:pt x="90" y="193"/>
                      </a:lnTo>
                      <a:lnTo>
                        <a:pt x="92" y="191"/>
                      </a:lnTo>
                      <a:lnTo>
                        <a:pt x="92" y="187"/>
                      </a:lnTo>
                      <a:lnTo>
                        <a:pt x="92" y="182"/>
                      </a:lnTo>
                      <a:lnTo>
                        <a:pt x="86" y="174"/>
                      </a:lnTo>
                      <a:lnTo>
                        <a:pt x="80" y="167"/>
                      </a:lnTo>
                      <a:lnTo>
                        <a:pt x="75" y="155"/>
                      </a:lnTo>
                      <a:lnTo>
                        <a:pt x="71" y="144"/>
                      </a:lnTo>
                      <a:lnTo>
                        <a:pt x="71" y="131"/>
                      </a:lnTo>
                      <a:lnTo>
                        <a:pt x="71" y="120"/>
                      </a:lnTo>
                      <a:lnTo>
                        <a:pt x="71" y="112"/>
                      </a:lnTo>
                      <a:lnTo>
                        <a:pt x="69" y="107"/>
                      </a:lnTo>
                      <a:lnTo>
                        <a:pt x="67" y="105"/>
                      </a:lnTo>
                      <a:lnTo>
                        <a:pt x="71" y="101"/>
                      </a:lnTo>
                      <a:lnTo>
                        <a:pt x="75" y="97"/>
                      </a:lnTo>
                      <a:lnTo>
                        <a:pt x="79" y="95"/>
                      </a:lnTo>
                      <a:lnTo>
                        <a:pt x="80" y="95"/>
                      </a:lnTo>
                      <a:lnTo>
                        <a:pt x="79" y="92"/>
                      </a:lnTo>
                      <a:lnTo>
                        <a:pt x="75" y="88"/>
                      </a:lnTo>
                      <a:lnTo>
                        <a:pt x="71" y="84"/>
                      </a:lnTo>
                      <a:lnTo>
                        <a:pt x="62" y="82"/>
                      </a:lnTo>
                      <a:lnTo>
                        <a:pt x="56" y="80"/>
                      </a:lnTo>
                      <a:lnTo>
                        <a:pt x="52" y="78"/>
                      </a:lnTo>
                      <a:lnTo>
                        <a:pt x="51" y="73"/>
                      </a:lnTo>
                      <a:lnTo>
                        <a:pt x="51" y="67"/>
                      </a:lnTo>
                      <a:lnTo>
                        <a:pt x="51" y="65"/>
                      </a:lnTo>
                      <a:lnTo>
                        <a:pt x="51" y="63"/>
                      </a:lnTo>
                      <a:lnTo>
                        <a:pt x="49" y="63"/>
                      </a:lnTo>
                      <a:lnTo>
                        <a:pt x="47" y="63"/>
                      </a:lnTo>
                      <a:lnTo>
                        <a:pt x="43" y="63"/>
                      </a:lnTo>
                      <a:lnTo>
                        <a:pt x="43" y="60"/>
                      </a:lnTo>
                      <a:lnTo>
                        <a:pt x="45" y="58"/>
                      </a:lnTo>
                      <a:lnTo>
                        <a:pt x="47" y="56"/>
                      </a:lnTo>
                      <a:lnTo>
                        <a:pt x="49" y="54"/>
                      </a:lnTo>
                      <a:lnTo>
                        <a:pt x="49" y="52"/>
                      </a:lnTo>
                      <a:lnTo>
                        <a:pt x="45" y="50"/>
                      </a:lnTo>
                      <a:lnTo>
                        <a:pt x="43" y="49"/>
                      </a:lnTo>
                      <a:lnTo>
                        <a:pt x="43" y="47"/>
                      </a:lnTo>
                      <a:lnTo>
                        <a:pt x="43" y="43"/>
                      </a:lnTo>
                      <a:lnTo>
                        <a:pt x="43" y="41"/>
                      </a:lnTo>
                      <a:lnTo>
                        <a:pt x="43" y="39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4" name="Freeform 78"/>
                <p:cNvSpPr/>
                <p:nvPr/>
              </p:nvSpPr>
              <p:spPr bwMode="auto">
                <a:xfrm>
                  <a:off x="1190" y="1094"/>
                  <a:ext cx="26" cy="34"/>
                </a:xfrm>
                <a:custGeom>
                  <a:avLst/>
                  <a:gdLst>
                    <a:gd name="T0" fmla="*/ 0 w 52"/>
                    <a:gd name="T1" fmla="*/ 1 h 67"/>
                    <a:gd name="T2" fmla="*/ 1 w 52"/>
                    <a:gd name="T3" fmla="*/ 1 h 67"/>
                    <a:gd name="T4" fmla="*/ 1 w 52"/>
                    <a:gd name="T5" fmla="*/ 1 h 67"/>
                    <a:gd name="T6" fmla="*/ 1 w 52"/>
                    <a:gd name="T7" fmla="*/ 1 h 67"/>
                    <a:gd name="T8" fmla="*/ 1 w 52"/>
                    <a:gd name="T9" fmla="*/ 0 h 67"/>
                    <a:gd name="T10" fmla="*/ 1 w 52"/>
                    <a:gd name="T11" fmla="*/ 0 h 67"/>
                    <a:gd name="T12" fmla="*/ 1 w 52"/>
                    <a:gd name="T13" fmla="*/ 1 h 67"/>
                    <a:gd name="T14" fmla="*/ 1 w 52"/>
                    <a:gd name="T15" fmla="*/ 1 h 67"/>
                    <a:gd name="T16" fmla="*/ 1 w 52"/>
                    <a:gd name="T17" fmla="*/ 1 h 67"/>
                    <a:gd name="T18" fmla="*/ 1 w 52"/>
                    <a:gd name="T19" fmla="*/ 1 h 67"/>
                    <a:gd name="T20" fmla="*/ 1 w 52"/>
                    <a:gd name="T21" fmla="*/ 1 h 67"/>
                    <a:gd name="T22" fmla="*/ 1 w 52"/>
                    <a:gd name="T23" fmla="*/ 1 h 67"/>
                    <a:gd name="T24" fmla="*/ 1 w 52"/>
                    <a:gd name="T25" fmla="*/ 1 h 67"/>
                    <a:gd name="T26" fmla="*/ 1 w 52"/>
                    <a:gd name="T27" fmla="*/ 1 h 67"/>
                    <a:gd name="T28" fmla="*/ 1 w 52"/>
                    <a:gd name="T29" fmla="*/ 1 h 67"/>
                    <a:gd name="T30" fmla="*/ 1 w 52"/>
                    <a:gd name="T31" fmla="*/ 1 h 67"/>
                    <a:gd name="T32" fmla="*/ 1 w 52"/>
                    <a:gd name="T33" fmla="*/ 1 h 67"/>
                    <a:gd name="T34" fmla="*/ 1 w 52"/>
                    <a:gd name="T35" fmla="*/ 1 h 67"/>
                    <a:gd name="T36" fmla="*/ 1 w 52"/>
                    <a:gd name="T37" fmla="*/ 1 h 67"/>
                    <a:gd name="T38" fmla="*/ 1 w 52"/>
                    <a:gd name="T39" fmla="*/ 1 h 67"/>
                    <a:gd name="T40" fmla="*/ 1 w 52"/>
                    <a:gd name="T41" fmla="*/ 1 h 67"/>
                    <a:gd name="T42" fmla="*/ 1 w 52"/>
                    <a:gd name="T43" fmla="*/ 1 h 67"/>
                    <a:gd name="T44" fmla="*/ 1 w 52"/>
                    <a:gd name="T45" fmla="*/ 1 h 67"/>
                    <a:gd name="T46" fmla="*/ 1 w 52"/>
                    <a:gd name="T47" fmla="*/ 1 h 67"/>
                    <a:gd name="T48" fmla="*/ 1 w 52"/>
                    <a:gd name="T49" fmla="*/ 1 h 67"/>
                    <a:gd name="T50" fmla="*/ 0 w 52"/>
                    <a:gd name="T51" fmla="*/ 1 h 67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w 52"/>
                    <a:gd name="T79" fmla="*/ 0 h 67"/>
                    <a:gd name="T80" fmla="*/ 52 w 52"/>
                    <a:gd name="T81" fmla="*/ 67 h 67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T78" t="T79" r="T80" b="T81"/>
                  <a:pathLst>
                    <a:path w="52" h="67">
                      <a:moveTo>
                        <a:pt x="0" y="39"/>
                      </a:moveTo>
                      <a:lnTo>
                        <a:pt x="4" y="32"/>
                      </a:lnTo>
                      <a:lnTo>
                        <a:pt x="9" y="20"/>
                      </a:lnTo>
                      <a:lnTo>
                        <a:pt x="15" y="7"/>
                      </a:lnTo>
                      <a:lnTo>
                        <a:pt x="19" y="0"/>
                      </a:lnTo>
                      <a:lnTo>
                        <a:pt x="24" y="0"/>
                      </a:lnTo>
                      <a:lnTo>
                        <a:pt x="30" y="2"/>
                      </a:lnTo>
                      <a:lnTo>
                        <a:pt x="37" y="7"/>
                      </a:lnTo>
                      <a:lnTo>
                        <a:pt x="45" y="11"/>
                      </a:lnTo>
                      <a:lnTo>
                        <a:pt x="47" y="19"/>
                      </a:lnTo>
                      <a:lnTo>
                        <a:pt x="50" y="24"/>
                      </a:lnTo>
                      <a:lnTo>
                        <a:pt x="47" y="30"/>
                      </a:lnTo>
                      <a:lnTo>
                        <a:pt x="34" y="35"/>
                      </a:lnTo>
                      <a:lnTo>
                        <a:pt x="41" y="35"/>
                      </a:lnTo>
                      <a:lnTo>
                        <a:pt x="47" y="37"/>
                      </a:lnTo>
                      <a:lnTo>
                        <a:pt x="48" y="39"/>
                      </a:lnTo>
                      <a:lnTo>
                        <a:pt x="52" y="39"/>
                      </a:lnTo>
                      <a:lnTo>
                        <a:pt x="52" y="45"/>
                      </a:lnTo>
                      <a:lnTo>
                        <a:pt x="52" y="56"/>
                      </a:lnTo>
                      <a:lnTo>
                        <a:pt x="47" y="65"/>
                      </a:lnTo>
                      <a:lnTo>
                        <a:pt x="39" y="67"/>
                      </a:lnTo>
                      <a:lnTo>
                        <a:pt x="30" y="63"/>
                      </a:lnTo>
                      <a:lnTo>
                        <a:pt x="22" y="60"/>
                      </a:lnTo>
                      <a:lnTo>
                        <a:pt x="17" y="58"/>
                      </a:lnTo>
                      <a:lnTo>
                        <a:pt x="15" y="58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5" name="Freeform 79"/>
                <p:cNvSpPr/>
                <p:nvPr/>
              </p:nvSpPr>
              <p:spPr bwMode="auto">
                <a:xfrm>
                  <a:off x="1113" y="1069"/>
                  <a:ext cx="65" cy="84"/>
                </a:xfrm>
                <a:custGeom>
                  <a:avLst/>
                  <a:gdLst>
                    <a:gd name="T0" fmla="*/ 1 w 130"/>
                    <a:gd name="T1" fmla="*/ 0 h 169"/>
                    <a:gd name="T2" fmla="*/ 1 w 130"/>
                    <a:gd name="T3" fmla="*/ 0 h 169"/>
                    <a:gd name="T4" fmla="*/ 1 w 130"/>
                    <a:gd name="T5" fmla="*/ 0 h 169"/>
                    <a:gd name="T6" fmla="*/ 1 w 130"/>
                    <a:gd name="T7" fmla="*/ 0 h 169"/>
                    <a:gd name="T8" fmla="*/ 1 w 130"/>
                    <a:gd name="T9" fmla="*/ 0 h 169"/>
                    <a:gd name="T10" fmla="*/ 1 w 130"/>
                    <a:gd name="T11" fmla="*/ 0 h 169"/>
                    <a:gd name="T12" fmla="*/ 1 w 130"/>
                    <a:gd name="T13" fmla="*/ 0 h 169"/>
                    <a:gd name="T14" fmla="*/ 1 w 130"/>
                    <a:gd name="T15" fmla="*/ 0 h 169"/>
                    <a:gd name="T16" fmla="*/ 1 w 130"/>
                    <a:gd name="T17" fmla="*/ 0 h 169"/>
                    <a:gd name="T18" fmla="*/ 1 w 130"/>
                    <a:gd name="T19" fmla="*/ 0 h 169"/>
                    <a:gd name="T20" fmla="*/ 1 w 130"/>
                    <a:gd name="T21" fmla="*/ 0 h 169"/>
                    <a:gd name="T22" fmla="*/ 1 w 130"/>
                    <a:gd name="T23" fmla="*/ 0 h 169"/>
                    <a:gd name="T24" fmla="*/ 1 w 130"/>
                    <a:gd name="T25" fmla="*/ 0 h 169"/>
                    <a:gd name="T26" fmla="*/ 1 w 130"/>
                    <a:gd name="T27" fmla="*/ 0 h 169"/>
                    <a:gd name="T28" fmla="*/ 1 w 130"/>
                    <a:gd name="T29" fmla="*/ 0 h 169"/>
                    <a:gd name="T30" fmla="*/ 1 w 130"/>
                    <a:gd name="T31" fmla="*/ 0 h 169"/>
                    <a:gd name="T32" fmla="*/ 1 w 130"/>
                    <a:gd name="T33" fmla="*/ 0 h 169"/>
                    <a:gd name="T34" fmla="*/ 1 w 130"/>
                    <a:gd name="T35" fmla="*/ 0 h 169"/>
                    <a:gd name="T36" fmla="*/ 1 w 130"/>
                    <a:gd name="T37" fmla="*/ 0 h 169"/>
                    <a:gd name="T38" fmla="*/ 1 w 130"/>
                    <a:gd name="T39" fmla="*/ 0 h 169"/>
                    <a:gd name="T40" fmla="*/ 1 w 130"/>
                    <a:gd name="T41" fmla="*/ 0 h 169"/>
                    <a:gd name="T42" fmla="*/ 1 w 130"/>
                    <a:gd name="T43" fmla="*/ 0 h 169"/>
                    <a:gd name="T44" fmla="*/ 1 w 130"/>
                    <a:gd name="T45" fmla="*/ 0 h 169"/>
                    <a:gd name="T46" fmla="*/ 1 w 130"/>
                    <a:gd name="T47" fmla="*/ 0 h 169"/>
                    <a:gd name="T48" fmla="*/ 1 w 130"/>
                    <a:gd name="T49" fmla="*/ 0 h 169"/>
                    <a:gd name="T50" fmla="*/ 1 w 130"/>
                    <a:gd name="T51" fmla="*/ 0 h 169"/>
                    <a:gd name="T52" fmla="*/ 1 w 130"/>
                    <a:gd name="T53" fmla="*/ 0 h 169"/>
                    <a:gd name="T54" fmla="*/ 1 w 130"/>
                    <a:gd name="T55" fmla="*/ 0 h 169"/>
                    <a:gd name="T56" fmla="*/ 1 w 130"/>
                    <a:gd name="T57" fmla="*/ 0 h 169"/>
                    <a:gd name="T58" fmla="*/ 1 w 130"/>
                    <a:gd name="T59" fmla="*/ 0 h 169"/>
                    <a:gd name="T60" fmla="*/ 0 w 130"/>
                    <a:gd name="T61" fmla="*/ 0 h 169"/>
                    <a:gd name="T62" fmla="*/ 1 w 130"/>
                    <a:gd name="T63" fmla="*/ 0 h 169"/>
                    <a:gd name="T64" fmla="*/ 1 w 130"/>
                    <a:gd name="T65" fmla="*/ 0 h 169"/>
                    <a:gd name="T66" fmla="*/ 1 w 130"/>
                    <a:gd name="T67" fmla="*/ 0 h 169"/>
                    <a:gd name="T68" fmla="*/ 1 w 130"/>
                    <a:gd name="T69" fmla="*/ 0 h 169"/>
                    <a:gd name="T70" fmla="*/ 1 w 130"/>
                    <a:gd name="T71" fmla="*/ 0 h 169"/>
                    <a:gd name="T72" fmla="*/ 1 w 130"/>
                    <a:gd name="T73" fmla="*/ 0 h 169"/>
                    <a:gd name="T74" fmla="*/ 1 w 130"/>
                    <a:gd name="T75" fmla="*/ 0 h 169"/>
                    <a:gd name="T76" fmla="*/ 1 w 130"/>
                    <a:gd name="T77" fmla="*/ 0 h 169"/>
                    <a:gd name="T78" fmla="*/ 1 w 130"/>
                    <a:gd name="T79" fmla="*/ 0 h 169"/>
                    <a:gd name="T80" fmla="*/ 1 w 130"/>
                    <a:gd name="T81" fmla="*/ 0 h 169"/>
                    <a:gd name="T82" fmla="*/ 1 w 130"/>
                    <a:gd name="T83" fmla="*/ 0 h 169"/>
                    <a:gd name="T84" fmla="*/ 1 w 130"/>
                    <a:gd name="T85" fmla="*/ 0 h 169"/>
                    <a:gd name="T86" fmla="*/ 1 w 130"/>
                    <a:gd name="T87" fmla="*/ 0 h 169"/>
                    <a:gd name="T88" fmla="*/ 1 w 130"/>
                    <a:gd name="T89" fmla="*/ 0 h 169"/>
                    <a:gd name="T90" fmla="*/ 1 w 130"/>
                    <a:gd name="T91" fmla="*/ 0 h 169"/>
                    <a:gd name="T92" fmla="*/ 1 w 130"/>
                    <a:gd name="T93" fmla="*/ 0 h 169"/>
                    <a:gd name="T94" fmla="*/ 1 w 130"/>
                    <a:gd name="T95" fmla="*/ 0 h 169"/>
                    <a:gd name="T96" fmla="*/ 1 w 130"/>
                    <a:gd name="T97" fmla="*/ 0 h 169"/>
                    <a:gd name="T98" fmla="*/ 1 w 130"/>
                    <a:gd name="T99" fmla="*/ 0 h 169"/>
                    <a:gd name="T100" fmla="*/ 1 w 130"/>
                    <a:gd name="T101" fmla="*/ 0 h 169"/>
                    <a:gd name="T102" fmla="*/ 1 w 130"/>
                    <a:gd name="T103" fmla="*/ 0 h 169"/>
                    <a:gd name="T104" fmla="*/ 1 w 130"/>
                    <a:gd name="T105" fmla="*/ 0 h 169"/>
                    <a:gd name="T106" fmla="*/ 1 w 130"/>
                    <a:gd name="T107" fmla="*/ 0 h 169"/>
                    <a:gd name="T108" fmla="*/ 1 w 130"/>
                    <a:gd name="T109" fmla="*/ 0 h 169"/>
                    <a:gd name="T110" fmla="*/ 1 w 130"/>
                    <a:gd name="T111" fmla="*/ 0 h 169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30"/>
                    <a:gd name="T169" fmla="*/ 0 h 169"/>
                    <a:gd name="T170" fmla="*/ 130 w 130"/>
                    <a:gd name="T171" fmla="*/ 169 h 169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30" h="169">
                      <a:moveTo>
                        <a:pt x="116" y="86"/>
                      </a:moveTo>
                      <a:lnTo>
                        <a:pt x="122" y="86"/>
                      </a:lnTo>
                      <a:lnTo>
                        <a:pt x="122" y="75"/>
                      </a:lnTo>
                      <a:lnTo>
                        <a:pt x="124" y="71"/>
                      </a:lnTo>
                      <a:lnTo>
                        <a:pt x="126" y="68"/>
                      </a:lnTo>
                      <a:lnTo>
                        <a:pt x="126" y="66"/>
                      </a:lnTo>
                      <a:lnTo>
                        <a:pt x="126" y="62"/>
                      </a:lnTo>
                      <a:lnTo>
                        <a:pt x="128" y="60"/>
                      </a:lnTo>
                      <a:lnTo>
                        <a:pt x="130" y="56"/>
                      </a:lnTo>
                      <a:lnTo>
                        <a:pt x="130" y="51"/>
                      </a:lnTo>
                      <a:lnTo>
                        <a:pt x="130" y="41"/>
                      </a:lnTo>
                      <a:lnTo>
                        <a:pt x="128" y="28"/>
                      </a:lnTo>
                      <a:lnTo>
                        <a:pt x="120" y="13"/>
                      </a:lnTo>
                      <a:lnTo>
                        <a:pt x="111" y="2"/>
                      </a:lnTo>
                      <a:lnTo>
                        <a:pt x="98" y="0"/>
                      </a:lnTo>
                      <a:lnTo>
                        <a:pt x="88" y="4"/>
                      </a:lnTo>
                      <a:lnTo>
                        <a:pt x="83" y="10"/>
                      </a:lnTo>
                      <a:lnTo>
                        <a:pt x="79" y="15"/>
                      </a:lnTo>
                      <a:lnTo>
                        <a:pt x="77" y="23"/>
                      </a:lnTo>
                      <a:lnTo>
                        <a:pt x="77" y="30"/>
                      </a:lnTo>
                      <a:lnTo>
                        <a:pt x="75" y="36"/>
                      </a:lnTo>
                      <a:lnTo>
                        <a:pt x="73" y="41"/>
                      </a:lnTo>
                      <a:lnTo>
                        <a:pt x="73" y="47"/>
                      </a:lnTo>
                      <a:lnTo>
                        <a:pt x="73" y="53"/>
                      </a:lnTo>
                      <a:lnTo>
                        <a:pt x="79" y="58"/>
                      </a:lnTo>
                      <a:lnTo>
                        <a:pt x="85" y="66"/>
                      </a:lnTo>
                      <a:lnTo>
                        <a:pt x="90" y="71"/>
                      </a:lnTo>
                      <a:lnTo>
                        <a:pt x="86" y="81"/>
                      </a:lnTo>
                      <a:lnTo>
                        <a:pt x="90" y="85"/>
                      </a:lnTo>
                      <a:lnTo>
                        <a:pt x="90" y="86"/>
                      </a:lnTo>
                      <a:lnTo>
                        <a:pt x="90" y="90"/>
                      </a:lnTo>
                      <a:lnTo>
                        <a:pt x="88" y="92"/>
                      </a:lnTo>
                      <a:lnTo>
                        <a:pt x="86" y="96"/>
                      </a:lnTo>
                      <a:lnTo>
                        <a:pt x="83" y="99"/>
                      </a:lnTo>
                      <a:lnTo>
                        <a:pt x="75" y="103"/>
                      </a:lnTo>
                      <a:lnTo>
                        <a:pt x="68" y="107"/>
                      </a:lnTo>
                      <a:lnTo>
                        <a:pt x="62" y="111"/>
                      </a:lnTo>
                      <a:lnTo>
                        <a:pt x="57" y="114"/>
                      </a:lnTo>
                      <a:lnTo>
                        <a:pt x="49" y="120"/>
                      </a:lnTo>
                      <a:lnTo>
                        <a:pt x="43" y="126"/>
                      </a:lnTo>
                      <a:lnTo>
                        <a:pt x="40" y="129"/>
                      </a:lnTo>
                      <a:lnTo>
                        <a:pt x="38" y="129"/>
                      </a:lnTo>
                      <a:lnTo>
                        <a:pt x="36" y="129"/>
                      </a:lnTo>
                      <a:lnTo>
                        <a:pt x="32" y="128"/>
                      </a:lnTo>
                      <a:lnTo>
                        <a:pt x="30" y="126"/>
                      </a:lnTo>
                      <a:lnTo>
                        <a:pt x="28" y="124"/>
                      </a:lnTo>
                      <a:lnTo>
                        <a:pt x="27" y="124"/>
                      </a:lnTo>
                      <a:lnTo>
                        <a:pt x="23" y="124"/>
                      </a:lnTo>
                      <a:lnTo>
                        <a:pt x="19" y="124"/>
                      </a:lnTo>
                      <a:lnTo>
                        <a:pt x="17" y="124"/>
                      </a:lnTo>
                      <a:lnTo>
                        <a:pt x="15" y="126"/>
                      </a:lnTo>
                      <a:lnTo>
                        <a:pt x="15" y="128"/>
                      </a:lnTo>
                      <a:lnTo>
                        <a:pt x="15" y="129"/>
                      </a:lnTo>
                      <a:lnTo>
                        <a:pt x="19" y="129"/>
                      </a:lnTo>
                      <a:lnTo>
                        <a:pt x="23" y="131"/>
                      </a:lnTo>
                      <a:lnTo>
                        <a:pt x="23" y="133"/>
                      </a:lnTo>
                      <a:lnTo>
                        <a:pt x="19" y="135"/>
                      </a:lnTo>
                      <a:lnTo>
                        <a:pt x="13" y="141"/>
                      </a:lnTo>
                      <a:lnTo>
                        <a:pt x="8" y="144"/>
                      </a:lnTo>
                      <a:lnTo>
                        <a:pt x="4" y="148"/>
                      </a:lnTo>
                      <a:lnTo>
                        <a:pt x="0" y="152"/>
                      </a:lnTo>
                      <a:lnTo>
                        <a:pt x="0" y="154"/>
                      </a:lnTo>
                      <a:lnTo>
                        <a:pt x="0" y="156"/>
                      </a:lnTo>
                      <a:lnTo>
                        <a:pt x="2" y="156"/>
                      </a:lnTo>
                      <a:lnTo>
                        <a:pt x="4" y="154"/>
                      </a:lnTo>
                      <a:lnTo>
                        <a:pt x="6" y="152"/>
                      </a:lnTo>
                      <a:lnTo>
                        <a:pt x="10" y="150"/>
                      </a:lnTo>
                      <a:lnTo>
                        <a:pt x="13" y="148"/>
                      </a:lnTo>
                      <a:lnTo>
                        <a:pt x="15" y="148"/>
                      </a:lnTo>
                      <a:lnTo>
                        <a:pt x="12" y="152"/>
                      </a:lnTo>
                      <a:lnTo>
                        <a:pt x="8" y="156"/>
                      </a:lnTo>
                      <a:lnTo>
                        <a:pt x="6" y="158"/>
                      </a:lnTo>
                      <a:lnTo>
                        <a:pt x="6" y="159"/>
                      </a:lnTo>
                      <a:lnTo>
                        <a:pt x="6" y="161"/>
                      </a:lnTo>
                      <a:lnTo>
                        <a:pt x="8" y="163"/>
                      </a:lnTo>
                      <a:lnTo>
                        <a:pt x="12" y="165"/>
                      </a:lnTo>
                      <a:lnTo>
                        <a:pt x="13" y="163"/>
                      </a:lnTo>
                      <a:lnTo>
                        <a:pt x="13" y="165"/>
                      </a:lnTo>
                      <a:lnTo>
                        <a:pt x="15" y="165"/>
                      </a:lnTo>
                      <a:lnTo>
                        <a:pt x="17" y="165"/>
                      </a:lnTo>
                      <a:lnTo>
                        <a:pt x="19" y="163"/>
                      </a:lnTo>
                      <a:lnTo>
                        <a:pt x="19" y="161"/>
                      </a:lnTo>
                      <a:lnTo>
                        <a:pt x="23" y="159"/>
                      </a:lnTo>
                      <a:lnTo>
                        <a:pt x="25" y="158"/>
                      </a:lnTo>
                      <a:lnTo>
                        <a:pt x="23" y="159"/>
                      </a:lnTo>
                      <a:lnTo>
                        <a:pt x="23" y="161"/>
                      </a:lnTo>
                      <a:lnTo>
                        <a:pt x="23" y="165"/>
                      </a:lnTo>
                      <a:lnTo>
                        <a:pt x="23" y="167"/>
                      </a:lnTo>
                      <a:lnTo>
                        <a:pt x="21" y="167"/>
                      </a:lnTo>
                      <a:lnTo>
                        <a:pt x="23" y="169"/>
                      </a:lnTo>
                      <a:lnTo>
                        <a:pt x="25" y="169"/>
                      </a:lnTo>
                      <a:lnTo>
                        <a:pt x="25" y="167"/>
                      </a:lnTo>
                      <a:lnTo>
                        <a:pt x="28" y="161"/>
                      </a:lnTo>
                      <a:lnTo>
                        <a:pt x="32" y="159"/>
                      </a:lnTo>
                      <a:lnTo>
                        <a:pt x="38" y="156"/>
                      </a:lnTo>
                      <a:lnTo>
                        <a:pt x="40" y="154"/>
                      </a:lnTo>
                      <a:lnTo>
                        <a:pt x="42" y="152"/>
                      </a:lnTo>
                      <a:lnTo>
                        <a:pt x="43" y="150"/>
                      </a:lnTo>
                      <a:lnTo>
                        <a:pt x="45" y="148"/>
                      </a:lnTo>
                      <a:lnTo>
                        <a:pt x="47" y="144"/>
                      </a:lnTo>
                      <a:lnTo>
                        <a:pt x="49" y="143"/>
                      </a:lnTo>
                      <a:lnTo>
                        <a:pt x="55" y="139"/>
                      </a:lnTo>
                      <a:lnTo>
                        <a:pt x="60" y="137"/>
                      </a:lnTo>
                      <a:lnTo>
                        <a:pt x="68" y="135"/>
                      </a:lnTo>
                      <a:lnTo>
                        <a:pt x="77" y="131"/>
                      </a:lnTo>
                      <a:lnTo>
                        <a:pt x="90" y="126"/>
                      </a:lnTo>
                      <a:lnTo>
                        <a:pt x="101" y="118"/>
                      </a:lnTo>
                      <a:lnTo>
                        <a:pt x="107" y="111"/>
                      </a:lnTo>
                      <a:lnTo>
                        <a:pt x="111" y="107"/>
                      </a:lnTo>
                      <a:lnTo>
                        <a:pt x="115" y="99"/>
                      </a:lnTo>
                      <a:lnTo>
                        <a:pt x="116" y="92"/>
                      </a:lnTo>
                      <a:lnTo>
                        <a:pt x="116" y="86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6" name="Freeform 80"/>
                <p:cNvSpPr/>
                <p:nvPr/>
              </p:nvSpPr>
              <p:spPr bwMode="auto">
                <a:xfrm>
                  <a:off x="768" y="1049"/>
                  <a:ext cx="137" cy="185"/>
                </a:xfrm>
                <a:custGeom>
                  <a:avLst/>
                  <a:gdLst>
                    <a:gd name="T0" fmla="*/ 0 w 275"/>
                    <a:gd name="T1" fmla="*/ 0 h 371"/>
                    <a:gd name="T2" fmla="*/ 0 w 275"/>
                    <a:gd name="T3" fmla="*/ 0 h 371"/>
                    <a:gd name="T4" fmla="*/ 0 w 275"/>
                    <a:gd name="T5" fmla="*/ 0 h 371"/>
                    <a:gd name="T6" fmla="*/ 0 w 275"/>
                    <a:gd name="T7" fmla="*/ 0 h 371"/>
                    <a:gd name="T8" fmla="*/ 0 w 275"/>
                    <a:gd name="T9" fmla="*/ 0 h 371"/>
                    <a:gd name="T10" fmla="*/ 0 w 275"/>
                    <a:gd name="T11" fmla="*/ 0 h 371"/>
                    <a:gd name="T12" fmla="*/ 0 w 275"/>
                    <a:gd name="T13" fmla="*/ 0 h 371"/>
                    <a:gd name="T14" fmla="*/ 0 w 275"/>
                    <a:gd name="T15" fmla="*/ 0 h 371"/>
                    <a:gd name="T16" fmla="*/ 0 w 275"/>
                    <a:gd name="T17" fmla="*/ 0 h 371"/>
                    <a:gd name="T18" fmla="*/ 0 w 275"/>
                    <a:gd name="T19" fmla="*/ 0 h 371"/>
                    <a:gd name="T20" fmla="*/ 0 w 275"/>
                    <a:gd name="T21" fmla="*/ 0 h 371"/>
                    <a:gd name="T22" fmla="*/ 0 w 275"/>
                    <a:gd name="T23" fmla="*/ 0 h 371"/>
                    <a:gd name="T24" fmla="*/ 0 w 275"/>
                    <a:gd name="T25" fmla="*/ 0 h 371"/>
                    <a:gd name="T26" fmla="*/ 0 w 275"/>
                    <a:gd name="T27" fmla="*/ 0 h 371"/>
                    <a:gd name="T28" fmla="*/ 0 w 275"/>
                    <a:gd name="T29" fmla="*/ 0 h 371"/>
                    <a:gd name="T30" fmla="*/ 0 w 275"/>
                    <a:gd name="T31" fmla="*/ 0 h 371"/>
                    <a:gd name="T32" fmla="*/ 0 w 275"/>
                    <a:gd name="T33" fmla="*/ 0 h 371"/>
                    <a:gd name="T34" fmla="*/ 0 w 275"/>
                    <a:gd name="T35" fmla="*/ 0 h 371"/>
                    <a:gd name="T36" fmla="*/ 0 w 275"/>
                    <a:gd name="T37" fmla="*/ 0 h 371"/>
                    <a:gd name="T38" fmla="*/ 0 w 275"/>
                    <a:gd name="T39" fmla="*/ 0 h 371"/>
                    <a:gd name="T40" fmla="*/ 0 w 275"/>
                    <a:gd name="T41" fmla="*/ 0 h 371"/>
                    <a:gd name="T42" fmla="*/ 0 w 275"/>
                    <a:gd name="T43" fmla="*/ 0 h 371"/>
                    <a:gd name="T44" fmla="*/ 0 w 275"/>
                    <a:gd name="T45" fmla="*/ 0 h 371"/>
                    <a:gd name="T46" fmla="*/ 0 w 275"/>
                    <a:gd name="T47" fmla="*/ 0 h 371"/>
                    <a:gd name="T48" fmla="*/ 0 w 275"/>
                    <a:gd name="T49" fmla="*/ 0 h 371"/>
                    <a:gd name="T50" fmla="*/ 0 w 275"/>
                    <a:gd name="T51" fmla="*/ 0 h 371"/>
                    <a:gd name="T52" fmla="*/ 0 w 275"/>
                    <a:gd name="T53" fmla="*/ 0 h 371"/>
                    <a:gd name="T54" fmla="*/ 0 w 275"/>
                    <a:gd name="T55" fmla="*/ 0 h 371"/>
                    <a:gd name="T56" fmla="*/ 0 w 275"/>
                    <a:gd name="T57" fmla="*/ 0 h 371"/>
                    <a:gd name="T58" fmla="*/ 0 w 275"/>
                    <a:gd name="T59" fmla="*/ 0 h 371"/>
                    <a:gd name="T60" fmla="*/ 0 w 275"/>
                    <a:gd name="T61" fmla="*/ 0 h 371"/>
                    <a:gd name="T62" fmla="*/ 0 w 275"/>
                    <a:gd name="T63" fmla="*/ 0 h 371"/>
                    <a:gd name="T64" fmla="*/ 0 w 275"/>
                    <a:gd name="T65" fmla="*/ 0 h 371"/>
                    <a:gd name="T66" fmla="*/ 0 w 275"/>
                    <a:gd name="T67" fmla="*/ 0 h 371"/>
                    <a:gd name="T68" fmla="*/ 0 w 275"/>
                    <a:gd name="T69" fmla="*/ 0 h 371"/>
                    <a:gd name="T70" fmla="*/ 0 w 275"/>
                    <a:gd name="T71" fmla="*/ 0 h 371"/>
                    <a:gd name="T72" fmla="*/ 0 w 275"/>
                    <a:gd name="T73" fmla="*/ 0 h 371"/>
                    <a:gd name="T74" fmla="*/ 0 w 275"/>
                    <a:gd name="T75" fmla="*/ 0 h 371"/>
                    <a:gd name="T76" fmla="*/ 0 w 275"/>
                    <a:gd name="T77" fmla="*/ 0 h 371"/>
                    <a:gd name="T78" fmla="*/ 0 w 275"/>
                    <a:gd name="T79" fmla="*/ 0 h 371"/>
                    <a:gd name="T80" fmla="*/ 0 w 275"/>
                    <a:gd name="T81" fmla="*/ 0 h 371"/>
                    <a:gd name="T82" fmla="*/ 0 w 275"/>
                    <a:gd name="T83" fmla="*/ 0 h 371"/>
                    <a:gd name="T84" fmla="*/ 0 w 275"/>
                    <a:gd name="T85" fmla="*/ 0 h 371"/>
                    <a:gd name="T86" fmla="*/ 0 w 275"/>
                    <a:gd name="T87" fmla="*/ 0 h 371"/>
                    <a:gd name="T88" fmla="*/ 0 w 275"/>
                    <a:gd name="T89" fmla="*/ 0 h 371"/>
                    <a:gd name="T90" fmla="*/ 0 w 275"/>
                    <a:gd name="T91" fmla="*/ 0 h 371"/>
                    <a:gd name="T92" fmla="*/ 0 w 275"/>
                    <a:gd name="T93" fmla="*/ 0 h 371"/>
                    <a:gd name="T94" fmla="*/ 0 w 275"/>
                    <a:gd name="T95" fmla="*/ 0 h 371"/>
                    <a:gd name="T96" fmla="*/ 0 w 275"/>
                    <a:gd name="T97" fmla="*/ 0 h 371"/>
                    <a:gd name="T98" fmla="*/ 0 w 275"/>
                    <a:gd name="T99" fmla="*/ 0 h 371"/>
                    <a:gd name="T100" fmla="*/ 0 w 275"/>
                    <a:gd name="T101" fmla="*/ 0 h 371"/>
                    <a:gd name="T102" fmla="*/ 0 w 275"/>
                    <a:gd name="T103" fmla="*/ 0 h 371"/>
                    <a:gd name="T104" fmla="*/ 0 w 275"/>
                    <a:gd name="T105" fmla="*/ 0 h 371"/>
                    <a:gd name="T106" fmla="*/ 0 w 275"/>
                    <a:gd name="T107" fmla="*/ 0 h 371"/>
                    <a:gd name="T108" fmla="*/ 0 w 275"/>
                    <a:gd name="T109" fmla="*/ 0 h 371"/>
                    <a:gd name="T110" fmla="*/ 0 w 275"/>
                    <a:gd name="T111" fmla="*/ 0 h 371"/>
                    <a:gd name="T112" fmla="*/ 0 w 275"/>
                    <a:gd name="T113" fmla="*/ 0 h 371"/>
                    <a:gd name="T114" fmla="*/ 0 w 275"/>
                    <a:gd name="T115" fmla="*/ 0 h 371"/>
                    <a:gd name="T116" fmla="*/ 0 w 275"/>
                    <a:gd name="T117" fmla="*/ 0 h 371"/>
                    <a:gd name="T118" fmla="*/ 0 w 275"/>
                    <a:gd name="T119" fmla="*/ 0 h 371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275"/>
                    <a:gd name="T181" fmla="*/ 0 h 371"/>
                    <a:gd name="T182" fmla="*/ 275 w 275"/>
                    <a:gd name="T183" fmla="*/ 371 h 371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275" h="371">
                      <a:moveTo>
                        <a:pt x="241" y="275"/>
                      </a:moveTo>
                      <a:lnTo>
                        <a:pt x="241" y="279"/>
                      </a:lnTo>
                      <a:lnTo>
                        <a:pt x="241" y="281"/>
                      </a:lnTo>
                      <a:lnTo>
                        <a:pt x="241" y="285"/>
                      </a:lnTo>
                      <a:lnTo>
                        <a:pt x="241" y="288"/>
                      </a:lnTo>
                      <a:lnTo>
                        <a:pt x="245" y="286"/>
                      </a:lnTo>
                      <a:lnTo>
                        <a:pt x="249" y="286"/>
                      </a:lnTo>
                      <a:lnTo>
                        <a:pt x="252" y="288"/>
                      </a:lnTo>
                      <a:lnTo>
                        <a:pt x="256" y="288"/>
                      </a:lnTo>
                      <a:lnTo>
                        <a:pt x="262" y="300"/>
                      </a:lnTo>
                      <a:lnTo>
                        <a:pt x="271" y="318"/>
                      </a:lnTo>
                      <a:lnTo>
                        <a:pt x="275" y="341"/>
                      </a:lnTo>
                      <a:lnTo>
                        <a:pt x="269" y="365"/>
                      </a:lnTo>
                      <a:lnTo>
                        <a:pt x="262" y="365"/>
                      </a:lnTo>
                      <a:lnTo>
                        <a:pt x="258" y="363"/>
                      </a:lnTo>
                      <a:lnTo>
                        <a:pt x="254" y="360"/>
                      </a:lnTo>
                      <a:lnTo>
                        <a:pt x="252" y="356"/>
                      </a:lnTo>
                      <a:lnTo>
                        <a:pt x="249" y="348"/>
                      </a:lnTo>
                      <a:lnTo>
                        <a:pt x="245" y="341"/>
                      </a:lnTo>
                      <a:lnTo>
                        <a:pt x="239" y="335"/>
                      </a:lnTo>
                      <a:lnTo>
                        <a:pt x="236" y="331"/>
                      </a:lnTo>
                      <a:lnTo>
                        <a:pt x="234" y="328"/>
                      </a:lnTo>
                      <a:lnTo>
                        <a:pt x="230" y="320"/>
                      </a:lnTo>
                      <a:lnTo>
                        <a:pt x="228" y="315"/>
                      </a:lnTo>
                      <a:lnTo>
                        <a:pt x="228" y="313"/>
                      </a:lnTo>
                      <a:lnTo>
                        <a:pt x="224" y="315"/>
                      </a:lnTo>
                      <a:lnTo>
                        <a:pt x="223" y="316"/>
                      </a:lnTo>
                      <a:lnTo>
                        <a:pt x="221" y="318"/>
                      </a:lnTo>
                      <a:lnTo>
                        <a:pt x="215" y="316"/>
                      </a:lnTo>
                      <a:lnTo>
                        <a:pt x="209" y="315"/>
                      </a:lnTo>
                      <a:lnTo>
                        <a:pt x="202" y="313"/>
                      </a:lnTo>
                      <a:lnTo>
                        <a:pt x="193" y="309"/>
                      </a:lnTo>
                      <a:lnTo>
                        <a:pt x="183" y="307"/>
                      </a:lnTo>
                      <a:lnTo>
                        <a:pt x="176" y="303"/>
                      </a:lnTo>
                      <a:lnTo>
                        <a:pt x="170" y="300"/>
                      </a:lnTo>
                      <a:lnTo>
                        <a:pt x="165" y="298"/>
                      </a:lnTo>
                      <a:lnTo>
                        <a:pt x="159" y="290"/>
                      </a:lnTo>
                      <a:lnTo>
                        <a:pt x="150" y="283"/>
                      </a:lnTo>
                      <a:lnTo>
                        <a:pt x="142" y="273"/>
                      </a:lnTo>
                      <a:lnTo>
                        <a:pt x="136" y="266"/>
                      </a:lnTo>
                      <a:lnTo>
                        <a:pt x="133" y="258"/>
                      </a:lnTo>
                      <a:lnTo>
                        <a:pt x="129" y="253"/>
                      </a:lnTo>
                      <a:lnTo>
                        <a:pt x="123" y="251"/>
                      </a:lnTo>
                      <a:lnTo>
                        <a:pt x="121" y="249"/>
                      </a:lnTo>
                      <a:lnTo>
                        <a:pt x="116" y="256"/>
                      </a:lnTo>
                      <a:lnTo>
                        <a:pt x="107" y="266"/>
                      </a:lnTo>
                      <a:lnTo>
                        <a:pt x="95" y="275"/>
                      </a:lnTo>
                      <a:lnTo>
                        <a:pt x="82" y="279"/>
                      </a:lnTo>
                      <a:lnTo>
                        <a:pt x="88" y="290"/>
                      </a:lnTo>
                      <a:lnTo>
                        <a:pt x="90" y="305"/>
                      </a:lnTo>
                      <a:lnTo>
                        <a:pt x="90" y="322"/>
                      </a:lnTo>
                      <a:lnTo>
                        <a:pt x="88" y="333"/>
                      </a:lnTo>
                      <a:lnTo>
                        <a:pt x="82" y="333"/>
                      </a:lnTo>
                      <a:lnTo>
                        <a:pt x="78" y="333"/>
                      </a:lnTo>
                      <a:lnTo>
                        <a:pt x="77" y="333"/>
                      </a:lnTo>
                      <a:lnTo>
                        <a:pt x="78" y="343"/>
                      </a:lnTo>
                      <a:lnTo>
                        <a:pt x="78" y="354"/>
                      </a:lnTo>
                      <a:lnTo>
                        <a:pt x="78" y="363"/>
                      </a:lnTo>
                      <a:lnTo>
                        <a:pt x="77" y="371"/>
                      </a:lnTo>
                      <a:lnTo>
                        <a:pt x="71" y="369"/>
                      </a:lnTo>
                      <a:lnTo>
                        <a:pt x="62" y="367"/>
                      </a:lnTo>
                      <a:lnTo>
                        <a:pt x="50" y="363"/>
                      </a:lnTo>
                      <a:lnTo>
                        <a:pt x="35" y="358"/>
                      </a:lnTo>
                      <a:lnTo>
                        <a:pt x="22" y="354"/>
                      </a:lnTo>
                      <a:lnTo>
                        <a:pt x="11" y="350"/>
                      </a:lnTo>
                      <a:lnTo>
                        <a:pt x="4" y="348"/>
                      </a:lnTo>
                      <a:lnTo>
                        <a:pt x="0" y="346"/>
                      </a:lnTo>
                      <a:lnTo>
                        <a:pt x="2" y="341"/>
                      </a:lnTo>
                      <a:lnTo>
                        <a:pt x="5" y="335"/>
                      </a:lnTo>
                      <a:lnTo>
                        <a:pt x="13" y="330"/>
                      </a:lnTo>
                      <a:lnTo>
                        <a:pt x="20" y="328"/>
                      </a:lnTo>
                      <a:lnTo>
                        <a:pt x="30" y="330"/>
                      </a:lnTo>
                      <a:lnTo>
                        <a:pt x="37" y="328"/>
                      </a:lnTo>
                      <a:lnTo>
                        <a:pt x="45" y="326"/>
                      </a:lnTo>
                      <a:lnTo>
                        <a:pt x="49" y="324"/>
                      </a:lnTo>
                      <a:lnTo>
                        <a:pt x="39" y="324"/>
                      </a:lnTo>
                      <a:lnTo>
                        <a:pt x="39" y="303"/>
                      </a:lnTo>
                      <a:lnTo>
                        <a:pt x="41" y="279"/>
                      </a:lnTo>
                      <a:lnTo>
                        <a:pt x="45" y="256"/>
                      </a:lnTo>
                      <a:lnTo>
                        <a:pt x="49" y="245"/>
                      </a:lnTo>
                      <a:lnTo>
                        <a:pt x="54" y="238"/>
                      </a:lnTo>
                      <a:lnTo>
                        <a:pt x="65" y="228"/>
                      </a:lnTo>
                      <a:lnTo>
                        <a:pt x="78" y="221"/>
                      </a:lnTo>
                      <a:lnTo>
                        <a:pt x="88" y="217"/>
                      </a:lnTo>
                      <a:lnTo>
                        <a:pt x="86" y="215"/>
                      </a:lnTo>
                      <a:lnTo>
                        <a:pt x="86" y="210"/>
                      </a:lnTo>
                      <a:lnTo>
                        <a:pt x="86" y="206"/>
                      </a:lnTo>
                      <a:lnTo>
                        <a:pt x="88" y="202"/>
                      </a:lnTo>
                      <a:lnTo>
                        <a:pt x="80" y="193"/>
                      </a:lnTo>
                      <a:lnTo>
                        <a:pt x="73" y="178"/>
                      </a:lnTo>
                      <a:lnTo>
                        <a:pt x="65" y="163"/>
                      </a:lnTo>
                      <a:lnTo>
                        <a:pt x="63" y="150"/>
                      </a:lnTo>
                      <a:lnTo>
                        <a:pt x="65" y="137"/>
                      </a:lnTo>
                      <a:lnTo>
                        <a:pt x="63" y="120"/>
                      </a:lnTo>
                      <a:lnTo>
                        <a:pt x="58" y="105"/>
                      </a:lnTo>
                      <a:lnTo>
                        <a:pt x="45" y="97"/>
                      </a:lnTo>
                      <a:lnTo>
                        <a:pt x="39" y="97"/>
                      </a:lnTo>
                      <a:lnTo>
                        <a:pt x="32" y="97"/>
                      </a:lnTo>
                      <a:lnTo>
                        <a:pt x="24" y="97"/>
                      </a:lnTo>
                      <a:lnTo>
                        <a:pt x="20" y="92"/>
                      </a:lnTo>
                      <a:lnTo>
                        <a:pt x="19" y="86"/>
                      </a:lnTo>
                      <a:lnTo>
                        <a:pt x="19" y="82"/>
                      </a:lnTo>
                      <a:lnTo>
                        <a:pt x="17" y="77"/>
                      </a:lnTo>
                      <a:lnTo>
                        <a:pt x="15" y="73"/>
                      </a:lnTo>
                      <a:lnTo>
                        <a:pt x="13" y="71"/>
                      </a:lnTo>
                      <a:lnTo>
                        <a:pt x="11" y="69"/>
                      </a:lnTo>
                      <a:lnTo>
                        <a:pt x="11" y="67"/>
                      </a:lnTo>
                      <a:lnTo>
                        <a:pt x="11" y="65"/>
                      </a:lnTo>
                      <a:lnTo>
                        <a:pt x="13" y="62"/>
                      </a:lnTo>
                      <a:lnTo>
                        <a:pt x="15" y="60"/>
                      </a:lnTo>
                      <a:lnTo>
                        <a:pt x="19" y="58"/>
                      </a:lnTo>
                      <a:lnTo>
                        <a:pt x="19" y="56"/>
                      </a:lnTo>
                      <a:lnTo>
                        <a:pt x="17" y="50"/>
                      </a:lnTo>
                      <a:lnTo>
                        <a:pt x="17" y="47"/>
                      </a:lnTo>
                      <a:lnTo>
                        <a:pt x="15" y="41"/>
                      </a:lnTo>
                      <a:lnTo>
                        <a:pt x="19" y="32"/>
                      </a:lnTo>
                      <a:lnTo>
                        <a:pt x="17" y="24"/>
                      </a:lnTo>
                      <a:lnTo>
                        <a:pt x="17" y="15"/>
                      </a:lnTo>
                      <a:lnTo>
                        <a:pt x="20" y="7"/>
                      </a:lnTo>
                      <a:lnTo>
                        <a:pt x="28" y="4"/>
                      </a:lnTo>
                      <a:lnTo>
                        <a:pt x="26" y="5"/>
                      </a:lnTo>
                      <a:lnTo>
                        <a:pt x="26" y="9"/>
                      </a:lnTo>
                      <a:lnTo>
                        <a:pt x="26" y="13"/>
                      </a:lnTo>
                      <a:lnTo>
                        <a:pt x="28" y="15"/>
                      </a:lnTo>
                      <a:lnTo>
                        <a:pt x="30" y="9"/>
                      </a:lnTo>
                      <a:lnTo>
                        <a:pt x="37" y="2"/>
                      </a:lnTo>
                      <a:lnTo>
                        <a:pt x="49" y="0"/>
                      </a:lnTo>
                      <a:lnTo>
                        <a:pt x="63" y="4"/>
                      </a:lnTo>
                      <a:lnTo>
                        <a:pt x="62" y="4"/>
                      </a:lnTo>
                      <a:lnTo>
                        <a:pt x="60" y="7"/>
                      </a:lnTo>
                      <a:lnTo>
                        <a:pt x="58" y="9"/>
                      </a:lnTo>
                      <a:lnTo>
                        <a:pt x="58" y="13"/>
                      </a:lnTo>
                      <a:lnTo>
                        <a:pt x="63" y="9"/>
                      </a:lnTo>
                      <a:lnTo>
                        <a:pt x="75" y="7"/>
                      </a:lnTo>
                      <a:lnTo>
                        <a:pt x="86" y="15"/>
                      </a:lnTo>
                      <a:lnTo>
                        <a:pt x="101" y="32"/>
                      </a:lnTo>
                      <a:lnTo>
                        <a:pt x="97" y="32"/>
                      </a:lnTo>
                      <a:lnTo>
                        <a:pt x="95" y="32"/>
                      </a:lnTo>
                      <a:lnTo>
                        <a:pt x="93" y="32"/>
                      </a:lnTo>
                      <a:lnTo>
                        <a:pt x="92" y="34"/>
                      </a:lnTo>
                      <a:lnTo>
                        <a:pt x="95" y="34"/>
                      </a:lnTo>
                      <a:lnTo>
                        <a:pt x="99" y="37"/>
                      </a:lnTo>
                      <a:lnTo>
                        <a:pt x="101" y="45"/>
                      </a:lnTo>
                      <a:lnTo>
                        <a:pt x="101" y="58"/>
                      </a:lnTo>
                      <a:lnTo>
                        <a:pt x="101" y="56"/>
                      </a:lnTo>
                      <a:lnTo>
                        <a:pt x="97" y="56"/>
                      </a:lnTo>
                      <a:lnTo>
                        <a:pt x="95" y="56"/>
                      </a:lnTo>
                      <a:lnTo>
                        <a:pt x="92" y="58"/>
                      </a:lnTo>
                      <a:lnTo>
                        <a:pt x="95" y="60"/>
                      </a:lnTo>
                      <a:lnTo>
                        <a:pt x="97" y="65"/>
                      </a:lnTo>
                      <a:lnTo>
                        <a:pt x="95" y="71"/>
                      </a:lnTo>
                      <a:lnTo>
                        <a:pt x="88" y="77"/>
                      </a:lnTo>
                      <a:lnTo>
                        <a:pt x="82" y="80"/>
                      </a:lnTo>
                      <a:lnTo>
                        <a:pt x="80" y="82"/>
                      </a:lnTo>
                      <a:lnTo>
                        <a:pt x="82" y="82"/>
                      </a:lnTo>
                      <a:lnTo>
                        <a:pt x="84" y="86"/>
                      </a:lnTo>
                      <a:lnTo>
                        <a:pt x="88" y="90"/>
                      </a:lnTo>
                      <a:lnTo>
                        <a:pt x="90" y="95"/>
                      </a:lnTo>
                      <a:lnTo>
                        <a:pt x="92" y="97"/>
                      </a:lnTo>
                      <a:lnTo>
                        <a:pt x="95" y="99"/>
                      </a:lnTo>
                      <a:lnTo>
                        <a:pt x="103" y="103"/>
                      </a:lnTo>
                      <a:lnTo>
                        <a:pt x="112" y="109"/>
                      </a:lnTo>
                      <a:lnTo>
                        <a:pt x="120" y="116"/>
                      </a:lnTo>
                      <a:lnTo>
                        <a:pt x="131" y="131"/>
                      </a:lnTo>
                      <a:lnTo>
                        <a:pt x="144" y="150"/>
                      </a:lnTo>
                      <a:lnTo>
                        <a:pt x="151" y="172"/>
                      </a:lnTo>
                      <a:lnTo>
                        <a:pt x="150" y="191"/>
                      </a:lnTo>
                      <a:lnTo>
                        <a:pt x="153" y="189"/>
                      </a:lnTo>
                      <a:lnTo>
                        <a:pt x="155" y="187"/>
                      </a:lnTo>
                      <a:lnTo>
                        <a:pt x="159" y="187"/>
                      </a:lnTo>
                      <a:lnTo>
                        <a:pt x="161" y="193"/>
                      </a:lnTo>
                      <a:lnTo>
                        <a:pt x="163" y="200"/>
                      </a:lnTo>
                      <a:lnTo>
                        <a:pt x="163" y="210"/>
                      </a:lnTo>
                      <a:lnTo>
                        <a:pt x="161" y="217"/>
                      </a:lnTo>
                      <a:lnTo>
                        <a:pt x="168" y="223"/>
                      </a:lnTo>
                      <a:lnTo>
                        <a:pt x="180" y="236"/>
                      </a:lnTo>
                      <a:lnTo>
                        <a:pt x="187" y="251"/>
                      </a:lnTo>
                      <a:lnTo>
                        <a:pt x="193" y="266"/>
                      </a:lnTo>
                      <a:lnTo>
                        <a:pt x="204" y="270"/>
                      </a:lnTo>
                      <a:lnTo>
                        <a:pt x="221" y="271"/>
                      </a:lnTo>
                      <a:lnTo>
                        <a:pt x="234" y="273"/>
                      </a:lnTo>
                      <a:lnTo>
                        <a:pt x="241" y="275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7" name="Freeform 81"/>
                <p:cNvSpPr/>
                <p:nvPr/>
              </p:nvSpPr>
              <p:spPr bwMode="auto">
                <a:xfrm>
                  <a:off x="739" y="1104"/>
                  <a:ext cx="74" cy="46"/>
                </a:xfrm>
                <a:custGeom>
                  <a:avLst/>
                  <a:gdLst>
                    <a:gd name="T0" fmla="*/ 1 w 148"/>
                    <a:gd name="T1" fmla="*/ 1 h 92"/>
                    <a:gd name="T2" fmla="*/ 1 w 148"/>
                    <a:gd name="T3" fmla="*/ 1 h 92"/>
                    <a:gd name="T4" fmla="*/ 1 w 148"/>
                    <a:gd name="T5" fmla="*/ 1 h 92"/>
                    <a:gd name="T6" fmla="*/ 1 w 148"/>
                    <a:gd name="T7" fmla="*/ 0 h 92"/>
                    <a:gd name="T8" fmla="*/ 1 w 148"/>
                    <a:gd name="T9" fmla="*/ 1 h 92"/>
                    <a:gd name="T10" fmla="*/ 1 w 148"/>
                    <a:gd name="T11" fmla="*/ 1 h 92"/>
                    <a:gd name="T12" fmla="*/ 1 w 148"/>
                    <a:gd name="T13" fmla="*/ 1 h 92"/>
                    <a:gd name="T14" fmla="*/ 1 w 148"/>
                    <a:gd name="T15" fmla="*/ 1 h 92"/>
                    <a:gd name="T16" fmla="*/ 1 w 148"/>
                    <a:gd name="T17" fmla="*/ 1 h 92"/>
                    <a:gd name="T18" fmla="*/ 1 w 148"/>
                    <a:gd name="T19" fmla="*/ 1 h 92"/>
                    <a:gd name="T20" fmla="*/ 1 w 148"/>
                    <a:gd name="T21" fmla="*/ 1 h 92"/>
                    <a:gd name="T22" fmla="*/ 1 w 148"/>
                    <a:gd name="T23" fmla="*/ 1 h 92"/>
                    <a:gd name="T24" fmla="*/ 1 w 148"/>
                    <a:gd name="T25" fmla="*/ 1 h 92"/>
                    <a:gd name="T26" fmla="*/ 1 w 148"/>
                    <a:gd name="T27" fmla="*/ 1 h 92"/>
                    <a:gd name="T28" fmla="*/ 1 w 148"/>
                    <a:gd name="T29" fmla="*/ 1 h 92"/>
                    <a:gd name="T30" fmla="*/ 1 w 148"/>
                    <a:gd name="T31" fmla="*/ 1 h 92"/>
                    <a:gd name="T32" fmla="*/ 1 w 148"/>
                    <a:gd name="T33" fmla="*/ 1 h 92"/>
                    <a:gd name="T34" fmla="*/ 1 w 148"/>
                    <a:gd name="T35" fmla="*/ 1 h 92"/>
                    <a:gd name="T36" fmla="*/ 1 w 148"/>
                    <a:gd name="T37" fmla="*/ 1 h 92"/>
                    <a:gd name="T38" fmla="*/ 1 w 148"/>
                    <a:gd name="T39" fmla="*/ 1 h 92"/>
                    <a:gd name="T40" fmla="*/ 1 w 148"/>
                    <a:gd name="T41" fmla="*/ 1 h 92"/>
                    <a:gd name="T42" fmla="*/ 0 w 148"/>
                    <a:gd name="T43" fmla="*/ 1 h 92"/>
                    <a:gd name="T44" fmla="*/ 0 w 148"/>
                    <a:gd name="T45" fmla="*/ 1 h 92"/>
                    <a:gd name="T46" fmla="*/ 1 w 148"/>
                    <a:gd name="T47" fmla="*/ 1 h 92"/>
                    <a:gd name="T48" fmla="*/ 1 w 148"/>
                    <a:gd name="T49" fmla="*/ 1 h 92"/>
                    <a:gd name="T50" fmla="*/ 1 w 148"/>
                    <a:gd name="T51" fmla="*/ 1 h 92"/>
                    <a:gd name="T52" fmla="*/ 1 w 148"/>
                    <a:gd name="T53" fmla="*/ 1 h 92"/>
                    <a:gd name="T54" fmla="*/ 1 w 148"/>
                    <a:gd name="T55" fmla="*/ 1 h 92"/>
                    <a:gd name="T56" fmla="*/ 1 w 148"/>
                    <a:gd name="T57" fmla="*/ 1 h 92"/>
                    <a:gd name="T58" fmla="*/ 1 w 148"/>
                    <a:gd name="T59" fmla="*/ 1 h 92"/>
                    <a:gd name="T60" fmla="*/ 1 w 148"/>
                    <a:gd name="T61" fmla="*/ 1 h 92"/>
                    <a:gd name="T62" fmla="*/ 1 w 148"/>
                    <a:gd name="T63" fmla="*/ 1 h 92"/>
                    <a:gd name="T64" fmla="*/ 1 w 148"/>
                    <a:gd name="T65" fmla="*/ 1 h 92"/>
                    <a:gd name="T66" fmla="*/ 1 w 148"/>
                    <a:gd name="T67" fmla="*/ 1 h 92"/>
                    <a:gd name="T68" fmla="*/ 1 w 148"/>
                    <a:gd name="T69" fmla="*/ 1 h 92"/>
                    <a:gd name="T70" fmla="*/ 1 w 148"/>
                    <a:gd name="T71" fmla="*/ 1 h 92"/>
                    <a:gd name="T72" fmla="*/ 1 w 148"/>
                    <a:gd name="T73" fmla="*/ 1 h 92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48"/>
                    <a:gd name="T112" fmla="*/ 0 h 92"/>
                    <a:gd name="T113" fmla="*/ 148 w 148"/>
                    <a:gd name="T114" fmla="*/ 92 h 92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48" h="92">
                      <a:moveTo>
                        <a:pt x="88" y="47"/>
                      </a:moveTo>
                      <a:lnTo>
                        <a:pt x="93" y="38"/>
                      </a:lnTo>
                      <a:lnTo>
                        <a:pt x="103" y="27"/>
                      </a:lnTo>
                      <a:lnTo>
                        <a:pt x="110" y="15"/>
                      </a:lnTo>
                      <a:lnTo>
                        <a:pt x="116" y="6"/>
                      </a:lnTo>
                      <a:lnTo>
                        <a:pt x="118" y="4"/>
                      </a:lnTo>
                      <a:lnTo>
                        <a:pt x="123" y="0"/>
                      </a:lnTo>
                      <a:lnTo>
                        <a:pt x="131" y="0"/>
                      </a:lnTo>
                      <a:lnTo>
                        <a:pt x="140" y="4"/>
                      </a:lnTo>
                      <a:lnTo>
                        <a:pt x="146" y="14"/>
                      </a:lnTo>
                      <a:lnTo>
                        <a:pt x="148" y="23"/>
                      </a:lnTo>
                      <a:lnTo>
                        <a:pt x="146" y="32"/>
                      </a:lnTo>
                      <a:lnTo>
                        <a:pt x="144" y="40"/>
                      </a:lnTo>
                      <a:lnTo>
                        <a:pt x="138" y="47"/>
                      </a:lnTo>
                      <a:lnTo>
                        <a:pt x="131" y="60"/>
                      </a:lnTo>
                      <a:lnTo>
                        <a:pt x="125" y="72"/>
                      </a:lnTo>
                      <a:lnTo>
                        <a:pt x="121" y="81"/>
                      </a:lnTo>
                      <a:lnTo>
                        <a:pt x="120" y="79"/>
                      </a:lnTo>
                      <a:lnTo>
                        <a:pt x="116" y="75"/>
                      </a:lnTo>
                      <a:lnTo>
                        <a:pt x="114" y="73"/>
                      </a:lnTo>
                      <a:lnTo>
                        <a:pt x="112" y="73"/>
                      </a:lnTo>
                      <a:lnTo>
                        <a:pt x="110" y="79"/>
                      </a:lnTo>
                      <a:lnTo>
                        <a:pt x="107" y="83"/>
                      </a:lnTo>
                      <a:lnTo>
                        <a:pt x="103" y="87"/>
                      </a:lnTo>
                      <a:lnTo>
                        <a:pt x="101" y="88"/>
                      </a:lnTo>
                      <a:lnTo>
                        <a:pt x="93" y="92"/>
                      </a:lnTo>
                      <a:lnTo>
                        <a:pt x="82" y="90"/>
                      </a:lnTo>
                      <a:lnTo>
                        <a:pt x="71" y="87"/>
                      </a:lnTo>
                      <a:lnTo>
                        <a:pt x="63" y="83"/>
                      </a:lnTo>
                      <a:lnTo>
                        <a:pt x="58" y="75"/>
                      </a:lnTo>
                      <a:lnTo>
                        <a:pt x="50" y="70"/>
                      </a:lnTo>
                      <a:lnTo>
                        <a:pt x="41" y="66"/>
                      </a:lnTo>
                      <a:lnTo>
                        <a:pt x="34" y="64"/>
                      </a:lnTo>
                      <a:lnTo>
                        <a:pt x="26" y="66"/>
                      </a:lnTo>
                      <a:lnTo>
                        <a:pt x="19" y="68"/>
                      </a:lnTo>
                      <a:lnTo>
                        <a:pt x="13" y="68"/>
                      </a:lnTo>
                      <a:lnTo>
                        <a:pt x="11" y="64"/>
                      </a:lnTo>
                      <a:lnTo>
                        <a:pt x="7" y="62"/>
                      </a:lnTo>
                      <a:lnTo>
                        <a:pt x="5" y="60"/>
                      </a:lnTo>
                      <a:lnTo>
                        <a:pt x="4" y="57"/>
                      </a:lnTo>
                      <a:lnTo>
                        <a:pt x="5" y="55"/>
                      </a:lnTo>
                      <a:lnTo>
                        <a:pt x="2" y="53"/>
                      </a:lnTo>
                      <a:lnTo>
                        <a:pt x="2" y="51"/>
                      </a:lnTo>
                      <a:lnTo>
                        <a:pt x="0" y="49"/>
                      </a:lnTo>
                      <a:lnTo>
                        <a:pt x="2" y="47"/>
                      </a:lnTo>
                      <a:lnTo>
                        <a:pt x="0" y="43"/>
                      </a:lnTo>
                      <a:lnTo>
                        <a:pt x="0" y="38"/>
                      </a:lnTo>
                      <a:lnTo>
                        <a:pt x="4" y="34"/>
                      </a:lnTo>
                      <a:lnTo>
                        <a:pt x="11" y="34"/>
                      </a:lnTo>
                      <a:lnTo>
                        <a:pt x="11" y="32"/>
                      </a:lnTo>
                      <a:lnTo>
                        <a:pt x="11" y="30"/>
                      </a:lnTo>
                      <a:lnTo>
                        <a:pt x="11" y="28"/>
                      </a:lnTo>
                      <a:lnTo>
                        <a:pt x="15" y="28"/>
                      </a:lnTo>
                      <a:lnTo>
                        <a:pt x="19" y="28"/>
                      </a:lnTo>
                      <a:lnTo>
                        <a:pt x="20" y="30"/>
                      </a:lnTo>
                      <a:lnTo>
                        <a:pt x="24" y="30"/>
                      </a:lnTo>
                      <a:lnTo>
                        <a:pt x="26" y="32"/>
                      </a:lnTo>
                      <a:lnTo>
                        <a:pt x="30" y="34"/>
                      </a:lnTo>
                      <a:lnTo>
                        <a:pt x="34" y="38"/>
                      </a:lnTo>
                      <a:lnTo>
                        <a:pt x="35" y="40"/>
                      </a:lnTo>
                      <a:lnTo>
                        <a:pt x="37" y="42"/>
                      </a:lnTo>
                      <a:lnTo>
                        <a:pt x="41" y="45"/>
                      </a:lnTo>
                      <a:lnTo>
                        <a:pt x="43" y="47"/>
                      </a:lnTo>
                      <a:lnTo>
                        <a:pt x="45" y="49"/>
                      </a:lnTo>
                      <a:lnTo>
                        <a:pt x="50" y="49"/>
                      </a:lnTo>
                      <a:lnTo>
                        <a:pt x="60" y="51"/>
                      </a:lnTo>
                      <a:lnTo>
                        <a:pt x="69" y="53"/>
                      </a:lnTo>
                      <a:lnTo>
                        <a:pt x="78" y="53"/>
                      </a:lnTo>
                      <a:lnTo>
                        <a:pt x="84" y="51"/>
                      </a:lnTo>
                      <a:lnTo>
                        <a:pt x="90" y="51"/>
                      </a:lnTo>
                      <a:lnTo>
                        <a:pt x="92" y="53"/>
                      </a:lnTo>
                      <a:lnTo>
                        <a:pt x="93" y="53"/>
                      </a:lnTo>
                      <a:lnTo>
                        <a:pt x="92" y="51"/>
                      </a:lnTo>
                      <a:lnTo>
                        <a:pt x="90" y="49"/>
                      </a:lnTo>
                      <a:lnTo>
                        <a:pt x="88" y="47"/>
                      </a:lnTo>
                      <a:close/>
                    </a:path>
                  </a:pathLst>
                </a:custGeom>
                <a:solidFill>
                  <a:srgbClr val="0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0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pic>
            <p:nvPicPr>
              <p:cNvPr id="18" name="Picture 82" descr="Lady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" y="864"/>
                <a:ext cx="254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8" name="Group 73"/>
          <p:cNvGrpSpPr/>
          <p:nvPr/>
        </p:nvGrpSpPr>
        <p:grpSpPr bwMode="auto">
          <a:xfrm>
            <a:off x="4387354" y="4244814"/>
            <a:ext cx="1622425" cy="2058988"/>
            <a:chOff x="0" y="0"/>
            <a:chExt cx="2554" cy="3243"/>
          </a:xfrm>
        </p:grpSpPr>
        <p:sp>
          <p:nvSpPr>
            <p:cNvPr id="79" name="_s18443"/>
            <p:cNvSpPr>
              <a:spLocks noChangeShapeType="1"/>
            </p:cNvSpPr>
            <p:nvPr/>
          </p:nvSpPr>
          <p:spPr bwMode="auto">
            <a:xfrm>
              <a:off x="78" y="0"/>
              <a:ext cx="272" cy="5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_s18444"/>
            <p:cNvSpPr>
              <a:spLocks noChangeArrowheads="1"/>
            </p:cNvSpPr>
            <p:nvPr/>
          </p:nvSpPr>
          <p:spPr bwMode="auto">
            <a:xfrm>
              <a:off x="0" y="493"/>
              <a:ext cx="1240" cy="1225"/>
            </a:xfrm>
            <a:prstGeom prst="ellipse">
              <a:avLst/>
            </a:prstGeom>
            <a:gradFill rotWithShape="0">
              <a:gsLst>
                <a:gs pos="0">
                  <a:srgbClr val="CCFFCC"/>
                </a:gs>
                <a:gs pos="100000">
                  <a:srgbClr val="5E755E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0" tIns="0" rIns="0" bIns="0" anchor="ctr"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300">
                  <a:latin typeface="Calibri" panose="020F0502020204030204" pitchFamily="34" charset="0"/>
                </a:rPr>
                <a:t>公共交通</a:t>
              </a:r>
            </a:p>
          </p:txBody>
        </p:sp>
        <p:grpSp>
          <p:nvGrpSpPr>
            <p:cNvPr id="81" name="Group 76"/>
            <p:cNvGrpSpPr>
              <a:grpSpLocks noChangeAspect="1"/>
            </p:cNvGrpSpPr>
            <p:nvPr/>
          </p:nvGrpSpPr>
          <p:grpSpPr bwMode="auto">
            <a:xfrm>
              <a:off x="178" y="1833"/>
              <a:ext cx="2377" cy="1410"/>
              <a:chOff x="0" y="0"/>
              <a:chExt cx="976" cy="699"/>
            </a:xfrm>
          </p:grpSpPr>
          <p:pic>
            <p:nvPicPr>
              <p:cNvPr id="82" name="Picture 85" descr="Lghtrail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4" y="318"/>
                <a:ext cx="432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" name="Picture 86" descr="Plane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" y="0"/>
                <a:ext cx="528" cy="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4" name="Picture 87" descr="Yacht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63"/>
                <a:ext cx="499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85" name="Group 80"/>
          <p:cNvGrpSpPr/>
          <p:nvPr/>
        </p:nvGrpSpPr>
        <p:grpSpPr bwMode="auto">
          <a:xfrm>
            <a:off x="1691779" y="3768564"/>
            <a:ext cx="2190750" cy="1222375"/>
            <a:chOff x="0" y="0"/>
            <a:chExt cx="3449" cy="1925"/>
          </a:xfrm>
        </p:grpSpPr>
        <p:sp>
          <p:nvSpPr>
            <p:cNvPr id="86" name="_s18439"/>
            <p:cNvSpPr>
              <a:spLocks noChangeShapeType="1"/>
            </p:cNvSpPr>
            <p:nvPr/>
          </p:nvSpPr>
          <p:spPr bwMode="auto">
            <a:xfrm flipH="1">
              <a:off x="2843" y="335"/>
              <a:ext cx="607" cy="1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_s18440"/>
            <p:cNvSpPr>
              <a:spLocks noChangeArrowheads="1"/>
            </p:cNvSpPr>
            <p:nvPr/>
          </p:nvSpPr>
          <p:spPr bwMode="auto">
            <a:xfrm>
              <a:off x="1620" y="0"/>
              <a:ext cx="1243" cy="1225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rgbClr val="2F5275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0" tIns="0" rIns="0" bIns="0" anchor="ctr"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300">
                  <a:latin typeface="Calibri" panose="020F0502020204030204" pitchFamily="34" charset="0"/>
                </a:rPr>
                <a:t>交通管理</a:t>
              </a:r>
            </a:p>
          </p:txBody>
        </p:sp>
        <p:pic>
          <p:nvPicPr>
            <p:cNvPr id="88" name="Picture 90" descr="Gaspump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5"/>
              <a:ext cx="1115" cy="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9" name="Group 84"/>
          <p:cNvGrpSpPr/>
          <p:nvPr/>
        </p:nvGrpSpPr>
        <p:grpSpPr bwMode="auto">
          <a:xfrm>
            <a:off x="3707904" y="1304764"/>
            <a:ext cx="1201738" cy="2203450"/>
            <a:chOff x="0" y="0"/>
            <a:chExt cx="1892" cy="3469"/>
          </a:xfrm>
        </p:grpSpPr>
        <p:sp>
          <p:nvSpPr>
            <p:cNvPr id="90" name="_s18449"/>
            <p:cNvSpPr>
              <a:spLocks noChangeShapeType="1"/>
            </p:cNvSpPr>
            <p:nvPr/>
          </p:nvSpPr>
          <p:spPr bwMode="auto">
            <a:xfrm flipV="1">
              <a:off x="880" y="2855"/>
              <a:ext cx="0" cy="6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1" name="_s18450"/>
            <p:cNvSpPr>
              <a:spLocks noChangeArrowheads="1"/>
            </p:cNvSpPr>
            <p:nvPr/>
          </p:nvSpPr>
          <p:spPr bwMode="auto">
            <a:xfrm>
              <a:off x="260" y="1633"/>
              <a:ext cx="1240" cy="122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lIns="0" tIns="0" rIns="0" bIns="0" anchor="ctr"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300">
                  <a:latin typeface="Calibri" panose="020F0502020204030204" pitchFamily="34" charset="0"/>
                </a:rPr>
                <a:t>社会保障</a:t>
              </a:r>
            </a:p>
          </p:txBody>
        </p:sp>
        <p:pic>
          <p:nvPicPr>
            <p:cNvPr id="92" name="Picture 93" descr="Gratwall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93" cy="1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3" name="Group 88"/>
          <p:cNvGrpSpPr/>
          <p:nvPr/>
        </p:nvGrpSpPr>
        <p:grpSpPr bwMode="auto">
          <a:xfrm>
            <a:off x="4649292" y="3765389"/>
            <a:ext cx="2506662" cy="1374775"/>
            <a:chOff x="0" y="0"/>
            <a:chExt cx="3947" cy="2164"/>
          </a:xfrm>
        </p:grpSpPr>
        <p:sp>
          <p:nvSpPr>
            <p:cNvPr id="94" name="_s18445"/>
            <p:cNvSpPr>
              <a:spLocks noChangeShapeType="1"/>
            </p:cNvSpPr>
            <p:nvPr/>
          </p:nvSpPr>
          <p:spPr bwMode="auto">
            <a:xfrm>
              <a:off x="0" y="343"/>
              <a:ext cx="607" cy="1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_s18446"/>
            <p:cNvSpPr>
              <a:spLocks noChangeArrowheads="1"/>
            </p:cNvSpPr>
            <p:nvPr/>
          </p:nvSpPr>
          <p:spPr bwMode="auto">
            <a:xfrm>
              <a:off x="592" y="0"/>
              <a:ext cx="1243" cy="1225"/>
            </a:xfrm>
            <a:prstGeom prst="ellipse">
              <a:avLst/>
            </a:prstGeom>
            <a:gradFill rotWithShape="0">
              <a:gsLst>
                <a:gs pos="0">
                  <a:srgbClr val="FFFF99"/>
                </a:gs>
                <a:gs pos="100000">
                  <a:srgbClr val="757546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0" tIns="0" rIns="0" bIns="0" anchor="ctr"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300" dirty="0">
                  <a:latin typeface="Calibri" panose="020F0502020204030204" pitchFamily="34" charset="0"/>
                </a:rPr>
                <a:t>城市建设</a:t>
              </a:r>
            </a:p>
          </p:txBody>
        </p:sp>
        <p:pic>
          <p:nvPicPr>
            <p:cNvPr id="96" name="Picture 97" descr="Coffee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5" y="208"/>
              <a:ext cx="1462" cy="1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7" name="Group 92"/>
          <p:cNvGrpSpPr/>
          <p:nvPr/>
        </p:nvGrpSpPr>
        <p:grpSpPr bwMode="auto">
          <a:xfrm>
            <a:off x="3276104" y="4244814"/>
            <a:ext cx="874713" cy="2092325"/>
            <a:chOff x="0" y="0"/>
            <a:chExt cx="1377" cy="3295"/>
          </a:xfrm>
        </p:grpSpPr>
        <p:sp>
          <p:nvSpPr>
            <p:cNvPr id="98" name="_s18441"/>
            <p:cNvSpPr>
              <a:spLocks noChangeShapeType="1"/>
            </p:cNvSpPr>
            <p:nvPr/>
          </p:nvSpPr>
          <p:spPr bwMode="auto">
            <a:xfrm flipH="1">
              <a:off x="1020" y="0"/>
              <a:ext cx="270" cy="5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_s18442"/>
            <p:cNvSpPr>
              <a:spLocks noChangeArrowheads="1"/>
            </p:cNvSpPr>
            <p:nvPr/>
          </p:nvSpPr>
          <p:spPr bwMode="auto">
            <a:xfrm>
              <a:off x="135" y="495"/>
              <a:ext cx="1243" cy="1225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5E6C75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lIns="0" tIns="0" rIns="0" bIns="0" anchor="ctr"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lang="zh-CN" altLang="en-US" sz="1400">
                  <a:solidFill>
                    <a:srgbClr val="FFFFFF"/>
                  </a:solidFill>
                  <a:latin typeface="Calibri" panose="020F0502020204030204" pitchFamily="34" charset="0"/>
                </a:rPr>
                <a:t>公共缴费</a:t>
              </a:r>
            </a:p>
          </p:txBody>
        </p:sp>
        <p:sp>
          <p:nvSpPr>
            <p:cNvPr id="100" name="Litebulb"/>
            <p:cNvSpPr>
              <a:spLocks noEditPoints="1"/>
            </p:cNvSpPr>
            <p:nvPr/>
          </p:nvSpPr>
          <p:spPr bwMode="auto">
            <a:xfrm>
              <a:off x="0" y="1833"/>
              <a:ext cx="933" cy="14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w 21600"/>
                <a:gd name="T29" fmla="*/ 0 h 21600"/>
                <a:gd name="T30" fmla="*/ 0 w 21600"/>
                <a:gd name="T31" fmla="*/ 0 h 21600"/>
                <a:gd name="T32" fmla="*/ 0 w 21600"/>
                <a:gd name="T33" fmla="*/ 0 h 21600"/>
                <a:gd name="T34" fmla="*/ 0 w 21600"/>
                <a:gd name="T35" fmla="*/ 0 h 21600"/>
                <a:gd name="T36" fmla="*/ 0 w 21600"/>
                <a:gd name="T37" fmla="*/ 0 h 21600"/>
                <a:gd name="T38" fmla="*/ 0 w 21600"/>
                <a:gd name="T39" fmla="*/ 0 h 21600"/>
                <a:gd name="T40" fmla="*/ 0 w 21600"/>
                <a:gd name="T41" fmla="*/ 0 h 21600"/>
                <a:gd name="T42" fmla="*/ 0 w 21600"/>
                <a:gd name="T43" fmla="*/ 0 h 21600"/>
                <a:gd name="T44" fmla="*/ 0 w 21600"/>
                <a:gd name="T45" fmla="*/ 0 h 21600"/>
                <a:gd name="T46" fmla="*/ 0 w 21600"/>
                <a:gd name="T47" fmla="*/ 0 h 21600"/>
                <a:gd name="T48" fmla="*/ 0 w 21600"/>
                <a:gd name="T49" fmla="*/ 0 h 21600"/>
                <a:gd name="T50" fmla="*/ 0 w 21600"/>
                <a:gd name="T51" fmla="*/ 0 h 21600"/>
                <a:gd name="T52" fmla="*/ 0 w 21600"/>
                <a:gd name="T53" fmla="*/ 0 h 21600"/>
                <a:gd name="T54" fmla="*/ 0 w 21600"/>
                <a:gd name="T55" fmla="*/ 0 h 21600"/>
                <a:gd name="T56" fmla="*/ 0 w 21600"/>
                <a:gd name="T57" fmla="*/ 0 h 21600"/>
                <a:gd name="T58" fmla="*/ 0 w 21600"/>
                <a:gd name="T59" fmla="*/ 0 h 21600"/>
                <a:gd name="T60" fmla="*/ 0 w 21600"/>
                <a:gd name="T61" fmla="*/ 0 h 21600"/>
                <a:gd name="T62" fmla="*/ 0 w 21600"/>
                <a:gd name="T63" fmla="*/ 0 h 21600"/>
                <a:gd name="T64" fmla="*/ 0 w 21600"/>
                <a:gd name="T65" fmla="*/ 0 h 21600"/>
                <a:gd name="T66" fmla="*/ 0 w 21600"/>
                <a:gd name="T67" fmla="*/ 0 h 21600"/>
                <a:gd name="T68" fmla="*/ 0 w 21600"/>
                <a:gd name="T69" fmla="*/ 0 h 21600"/>
                <a:gd name="T70" fmla="*/ 0 w 21600"/>
                <a:gd name="T71" fmla="*/ 0 h 21600"/>
                <a:gd name="T72" fmla="*/ 0 w 21600"/>
                <a:gd name="T73" fmla="*/ 0 h 21600"/>
                <a:gd name="T74" fmla="*/ 0 w 21600"/>
                <a:gd name="T75" fmla="*/ 0 h 21600"/>
                <a:gd name="T76" fmla="*/ 0 w 21600"/>
                <a:gd name="T77" fmla="*/ 0 h 21600"/>
                <a:gd name="T78" fmla="*/ 0 w 21600"/>
                <a:gd name="T79" fmla="*/ 0 h 21600"/>
                <a:gd name="T80" fmla="*/ 0 w 21600"/>
                <a:gd name="T81" fmla="*/ 0 h 21600"/>
                <a:gd name="T82" fmla="*/ 0 w 21600"/>
                <a:gd name="T83" fmla="*/ 0 h 21600"/>
                <a:gd name="T84" fmla="*/ 0 w 21600"/>
                <a:gd name="T85" fmla="*/ 0 h 21600"/>
                <a:gd name="T86" fmla="*/ 0 w 21600"/>
                <a:gd name="T87" fmla="*/ 0 h 21600"/>
                <a:gd name="T88" fmla="*/ 0 w 21600"/>
                <a:gd name="T89" fmla="*/ 0 h 21600"/>
                <a:gd name="T90" fmla="*/ 0 w 21600"/>
                <a:gd name="T91" fmla="*/ 0 h 21600"/>
                <a:gd name="T92" fmla="*/ 0 w 21600"/>
                <a:gd name="T93" fmla="*/ 0 h 21600"/>
                <a:gd name="T94" fmla="*/ 0 w 21600"/>
                <a:gd name="T95" fmla="*/ 0 h 21600"/>
                <a:gd name="T96" fmla="*/ 0 w 21600"/>
                <a:gd name="T97" fmla="*/ 0 h 21600"/>
                <a:gd name="T98" fmla="*/ 0 w 21600"/>
                <a:gd name="T99" fmla="*/ 0 h 21600"/>
                <a:gd name="T100" fmla="*/ 0 w 21600"/>
                <a:gd name="T101" fmla="*/ 0 h 21600"/>
                <a:gd name="T102" fmla="*/ 0 w 21600"/>
                <a:gd name="T103" fmla="*/ 0 h 21600"/>
                <a:gd name="T104" fmla="*/ 0 w 21600"/>
                <a:gd name="T105" fmla="*/ 0 h 21600"/>
                <a:gd name="T106" fmla="*/ 0 w 21600"/>
                <a:gd name="T107" fmla="*/ 0 h 21600"/>
                <a:gd name="T108" fmla="*/ 0 w 21600"/>
                <a:gd name="T109" fmla="*/ 0 h 216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3565 w 21600"/>
                <a:gd name="T166" fmla="*/ 2187 h 21600"/>
                <a:gd name="T167" fmla="*/ 18266 w 21600"/>
                <a:gd name="T168" fmla="*/ 9278 h 21600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1600" h="21600" extrusionOk="0">
                  <a:moveTo>
                    <a:pt x="10825" y="21723"/>
                  </a:moveTo>
                  <a:lnTo>
                    <a:pt x="11215" y="21723"/>
                  </a:lnTo>
                  <a:lnTo>
                    <a:pt x="11552" y="21688"/>
                  </a:lnTo>
                  <a:lnTo>
                    <a:pt x="11916" y="21617"/>
                  </a:lnTo>
                  <a:lnTo>
                    <a:pt x="12253" y="21547"/>
                  </a:lnTo>
                  <a:lnTo>
                    <a:pt x="12617" y="21441"/>
                  </a:lnTo>
                  <a:lnTo>
                    <a:pt x="12902" y="21317"/>
                  </a:lnTo>
                  <a:lnTo>
                    <a:pt x="13162" y="21176"/>
                  </a:lnTo>
                  <a:lnTo>
                    <a:pt x="13396" y="21000"/>
                  </a:lnTo>
                  <a:lnTo>
                    <a:pt x="13655" y="20841"/>
                  </a:lnTo>
                  <a:lnTo>
                    <a:pt x="13863" y="20629"/>
                  </a:lnTo>
                  <a:lnTo>
                    <a:pt x="14045" y="20435"/>
                  </a:lnTo>
                  <a:lnTo>
                    <a:pt x="14200" y="20223"/>
                  </a:lnTo>
                  <a:lnTo>
                    <a:pt x="14356" y="19994"/>
                  </a:lnTo>
                  <a:lnTo>
                    <a:pt x="14460" y="19747"/>
                  </a:lnTo>
                  <a:lnTo>
                    <a:pt x="14512" y="19482"/>
                  </a:lnTo>
                  <a:lnTo>
                    <a:pt x="14512" y="19235"/>
                  </a:lnTo>
                  <a:lnTo>
                    <a:pt x="14512" y="19147"/>
                  </a:lnTo>
                  <a:lnTo>
                    <a:pt x="14512" y="18900"/>
                  </a:lnTo>
                  <a:lnTo>
                    <a:pt x="14512" y="18529"/>
                  </a:lnTo>
                  <a:lnTo>
                    <a:pt x="14512" y="18052"/>
                  </a:lnTo>
                  <a:lnTo>
                    <a:pt x="14512" y="17505"/>
                  </a:lnTo>
                  <a:lnTo>
                    <a:pt x="14512" y="16976"/>
                  </a:lnTo>
                  <a:lnTo>
                    <a:pt x="14512" y="16464"/>
                  </a:lnTo>
                  <a:lnTo>
                    <a:pt x="14512" y="15952"/>
                  </a:lnTo>
                  <a:lnTo>
                    <a:pt x="14512" y="15758"/>
                  </a:lnTo>
                  <a:lnTo>
                    <a:pt x="14616" y="15547"/>
                  </a:lnTo>
                  <a:lnTo>
                    <a:pt x="14694" y="15352"/>
                  </a:lnTo>
                  <a:lnTo>
                    <a:pt x="14798" y="15141"/>
                  </a:lnTo>
                  <a:lnTo>
                    <a:pt x="15161" y="14735"/>
                  </a:lnTo>
                  <a:lnTo>
                    <a:pt x="15602" y="14329"/>
                  </a:lnTo>
                  <a:lnTo>
                    <a:pt x="16745" y="13552"/>
                  </a:lnTo>
                  <a:lnTo>
                    <a:pt x="18043" y="12670"/>
                  </a:lnTo>
                  <a:lnTo>
                    <a:pt x="18744" y="12194"/>
                  </a:lnTo>
                  <a:lnTo>
                    <a:pt x="19341" y="11647"/>
                  </a:lnTo>
                  <a:lnTo>
                    <a:pt x="19938" y="11099"/>
                  </a:lnTo>
                  <a:lnTo>
                    <a:pt x="20483" y="10464"/>
                  </a:lnTo>
                  <a:lnTo>
                    <a:pt x="20743" y="10164"/>
                  </a:lnTo>
                  <a:lnTo>
                    <a:pt x="20950" y="9794"/>
                  </a:lnTo>
                  <a:lnTo>
                    <a:pt x="21132" y="9441"/>
                  </a:lnTo>
                  <a:lnTo>
                    <a:pt x="21288" y="9035"/>
                  </a:lnTo>
                  <a:lnTo>
                    <a:pt x="21444" y="8664"/>
                  </a:lnTo>
                  <a:lnTo>
                    <a:pt x="21548" y="8223"/>
                  </a:lnTo>
                  <a:lnTo>
                    <a:pt x="21600" y="7782"/>
                  </a:lnTo>
                  <a:lnTo>
                    <a:pt x="21600" y="7341"/>
                  </a:lnTo>
                  <a:lnTo>
                    <a:pt x="21600" y="6935"/>
                  </a:lnTo>
                  <a:lnTo>
                    <a:pt x="21548" y="6564"/>
                  </a:lnTo>
                  <a:lnTo>
                    <a:pt x="21496" y="6229"/>
                  </a:lnTo>
                  <a:lnTo>
                    <a:pt x="21392" y="5858"/>
                  </a:lnTo>
                  <a:lnTo>
                    <a:pt x="21288" y="5523"/>
                  </a:lnTo>
                  <a:lnTo>
                    <a:pt x="21132" y="5135"/>
                  </a:lnTo>
                  <a:lnTo>
                    <a:pt x="20950" y="4800"/>
                  </a:lnTo>
                  <a:lnTo>
                    <a:pt x="20743" y="4464"/>
                  </a:lnTo>
                  <a:lnTo>
                    <a:pt x="20535" y="4164"/>
                  </a:lnTo>
                  <a:lnTo>
                    <a:pt x="20301" y="3847"/>
                  </a:lnTo>
                  <a:lnTo>
                    <a:pt x="20042" y="3547"/>
                  </a:lnTo>
                  <a:lnTo>
                    <a:pt x="19782" y="3247"/>
                  </a:lnTo>
                  <a:lnTo>
                    <a:pt x="19133" y="2664"/>
                  </a:lnTo>
                  <a:lnTo>
                    <a:pt x="18458" y="2152"/>
                  </a:lnTo>
                  <a:lnTo>
                    <a:pt x="17705" y="1694"/>
                  </a:lnTo>
                  <a:lnTo>
                    <a:pt x="16849" y="1252"/>
                  </a:lnTo>
                  <a:lnTo>
                    <a:pt x="16407" y="1076"/>
                  </a:lnTo>
                  <a:lnTo>
                    <a:pt x="15940" y="900"/>
                  </a:lnTo>
                  <a:lnTo>
                    <a:pt x="15499" y="741"/>
                  </a:lnTo>
                  <a:lnTo>
                    <a:pt x="15057" y="600"/>
                  </a:lnTo>
                  <a:lnTo>
                    <a:pt x="14564" y="458"/>
                  </a:lnTo>
                  <a:lnTo>
                    <a:pt x="14045" y="335"/>
                  </a:lnTo>
                  <a:lnTo>
                    <a:pt x="13500" y="229"/>
                  </a:lnTo>
                  <a:lnTo>
                    <a:pt x="13006" y="158"/>
                  </a:lnTo>
                  <a:lnTo>
                    <a:pt x="12461" y="88"/>
                  </a:lnTo>
                  <a:lnTo>
                    <a:pt x="11968" y="52"/>
                  </a:lnTo>
                  <a:lnTo>
                    <a:pt x="11423" y="17"/>
                  </a:lnTo>
                  <a:lnTo>
                    <a:pt x="10825" y="17"/>
                  </a:lnTo>
                  <a:lnTo>
                    <a:pt x="10254" y="17"/>
                  </a:lnTo>
                  <a:lnTo>
                    <a:pt x="9709" y="52"/>
                  </a:lnTo>
                  <a:lnTo>
                    <a:pt x="9216" y="88"/>
                  </a:lnTo>
                  <a:lnTo>
                    <a:pt x="8671" y="158"/>
                  </a:lnTo>
                  <a:lnTo>
                    <a:pt x="8177" y="229"/>
                  </a:lnTo>
                  <a:lnTo>
                    <a:pt x="7632" y="335"/>
                  </a:lnTo>
                  <a:lnTo>
                    <a:pt x="7113" y="458"/>
                  </a:lnTo>
                  <a:lnTo>
                    <a:pt x="6620" y="600"/>
                  </a:lnTo>
                  <a:lnTo>
                    <a:pt x="6178" y="741"/>
                  </a:lnTo>
                  <a:lnTo>
                    <a:pt x="5737" y="900"/>
                  </a:lnTo>
                  <a:lnTo>
                    <a:pt x="5270" y="1076"/>
                  </a:lnTo>
                  <a:lnTo>
                    <a:pt x="4828" y="1252"/>
                  </a:lnTo>
                  <a:lnTo>
                    <a:pt x="3972" y="1694"/>
                  </a:lnTo>
                  <a:lnTo>
                    <a:pt x="3219" y="2152"/>
                  </a:lnTo>
                  <a:lnTo>
                    <a:pt x="2544" y="2664"/>
                  </a:lnTo>
                  <a:lnTo>
                    <a:pt x="1895" y="3247"/>
                  </a:lnTo>
                  <a:lnTo>
                    <a:pt x="1635" y="3547"/>
                  </a:lnTo>
                  <a:lnTo>
                    <a:pt x="1375" y="3847"/>
                  </a:lnTo>
                  <a:lnTo>
                    <a:pt x="1142" y="4164"/>
                  </a:lnTo>
                  <a:lnTo>
                    <a:pt x="934" y="4464"/>
                  </a:lnTo>
                  <a:lnTo>
                    <a:pt x="726" y="4800"/>
                  </a:lnTo>
                  <a:lnTo>
                    <a:pt x="545" y="5135"/>
                  </a:lnTo>
                  <a:lnTo>
                    <a:pt x="389" y="5523"/>
                  </a:lnTo>
                  <a:lnTo>
                    <a:pt x="285" y="5858"/>
                  </a:lnTo>
                  <a:lnTo>
                    <a:pt x="181" y="6229"/>
                  </a:lnTo>
                  <a:lnTo>
                    <a:pt x="129" y="6564"/>
                  </a:lnTo>
                  <a:lnTo>
                    <a:pt x="77" y="6935"/>
                  </a:lnTo>
                  <a:lnTo>
                    <a:pt x="77" y="7341"/>
                  </a:lnTo>
                  <a:lnTo>
                    <a:pt x="77" y="7782"/>
                  </a:lnTo>
                  <a:lnTo>
                    <a:pt x="129" y="8223"/>
                  </a:lnTo>
                  <a:lnTo>
                    <a:pt x="233" y="8664"/>
                  </a:lnTo>
                  <a:lnTo>
                    <a:pt x="389" y="9035"/>
                  </a:lnTo>
                  <a:lnTo>
                    <a:pt x="545" y="9441"/>
                  </a:lnTo>
                  <a:lnTo>
                    <a:pt x="726" y="9794"/>
                  </a:lnTo>
                  <a:lnTo>
                    <a:pt x="934" y="10164"/>
                  </a:lnTo>
                  <a:lnTo>
                    <a:pt x="1194" y="10464"/>
                  </a:lnTo>
                  <a:lnTo>
                    <a:pt x="1739" y="11099"/>
                  </a:lnTo>
                  <a:lnTo>
                    <a:pt x="2336" y="11647"/>
                  </a:lnTo>
                  <a:lnTo>
                    <a:pt x="2933" y="12194"/>
                  </a:lnTo>
                  <a:lnTo>
                    <a:pt x="3634" y="12670"/>
                  </a:lnTo>
                  <a:lnTo>
                    <a:pt x="4932" y="13552"/>
                  </a:lnTo>
                  <a:lnTo>
                    <a:pt x="6075" y="14329"/>
                  </a:lnTo>
                  <a:lnTo>
                    <a:pt x="6516" y="14735"/>
                  </a:lnTo>
                  <a:lnTo>
                    <a:pt x="6879" y="15141"/>
                  </a:lnTo>
                  <a:lnTo>
                    <a:pt x="6983" y="15352"/>
                  </a:lnTo>
                  <a:lnTo>
                    <a:pt x="7061" y="15547"/>
                  </a:lnTo>
                  <a:lnTo>
                    <a:pt x="7165" y="15758"/>
                  </a:lnTo>
                  <a:lnTo>
                    <a:pt x="7165" y="15952"/>
                  </a:lnTo>
                  <a:lnTo>
                    <a:pt x="7165" y="16464"/>
                  </a:lnTo>
                  <a:lnTo>
                    <a:pt x="7165" y="16976"/>
                  </a:lnTo>
                  <a:lnTo>
                    <a:pt x="7165" y="17505"/>
                  </a:lnTo>
                  <a:lnTo>
                    <a:pt x="7165" y="18052"/>
                  </a:lnTo>
                  <a:lnTo>
                    <a:pt x="7165" y="18529"/>
                  </a:lnTo>
                  <a:lnTo>
                    <a:pt x="7165" y="18900"/>
                  </a:lnTo>
                  <a:lnTo>
                    <a:pt x="7165" y="19147"/>
                  </a:lnTo>
                  <a:lnTo>
                    <a:pt x="7165" y="19235"/>
                  </a:lnTo>
                  <a:lnTo>
                    <a:pt x="7165" y="19482"/>
                  </a:lnTo>
                  <a:lnTo>
                    <a:pt x="7217" y="19747"/>
                  </a:lnTo>
                  <a:lnTo>
                    <a:pt x="7321" y="19994"/>
                  </a:lnTo>
                  <a:lnTo>
                    <a:pt x="7476" y="20223"/>
                  </a:lnTo>
                  <a:lnTo>
                    <a:pt x="7632" y="20435"/>
                  </a:lnTo>
                  <a:lnTo>
                    <a:pt x="7814" y="20629"/>
                  </a:lnTo>
                  <a:lnTo>
                    <a:pt x="8022" y="20841"/>
                  </a:lnTo>
                  <a:lnTo>
                    <a:pt x="8281" y="21000"/>
                  </a:lnTo>
                  <a:lnTo>
                    <a:pt x="8515" y="21176"/>
                  </a:lnTo>
                  <a:lnTo>
                    <a:pt x="8775" y="21317"/>
                  </a:lnTo>
                  <a:lnTo>
                    <a:pt x="9060" y="21441"/>
                  </a:lnTo>
                  <a:lnTo>
                    <a:pt x="9424" y="21547"/>
                  </a:lnTo>
                  <a:lnTo>
                    <a:pt x="9761" y="21617"/>
                  </a:lnTo>
                  <a:lnTo>
                    <a:pt x="10125" y="21688"/>
                  </a:lnTo>
                  <a:lnTo>
                    <a:pt x="10462" y="21723"/>
                  </a:lnTo>
                  <a:lnTo>
                    <a:pt x="10825" y="21723"/>
                  </a:lnTo>
                  <a:close/>
                </a:path>
                <a:path w="21600" h="21600" extrusionOk="0">
                  <a:moveTo>
                    <a:pt x="9242" y="14417"/>
                  </a:moveTo>
                  <a:lnTo>
                    <a:pt x="8541" y="12035"/>
                  </a:lnTo>
                  <a:lnTo>
                    <a:pt x="7295" y="10129"/>
                  </a:lnTo>
                  <a:lnTo>
                    <a:pt x="6905" y="9652"/>
                  </a:lnTo>
                  <a:lnTo>
                    <a:pt x="8541" y="10182"/>
                  </a:lnTo>
                  <a:lnTo>
                    <a:pt x="9787" y="9547"/>
                  </a:lnTo>
                  <a:lnTo>
                    <a:pt x="11189" y="10129"/>
                  </a:lnTo>
                  <a:lnTo>
                    <a:pt x="12279" y="9547"/>
                  </a:lnTo>
                  <a:lnTo>
                    <a:pt x="13370" y="10076"/>
                  </a:lnTo>
                  <a:lnTo>
                    <a:pt x="14850" y="9652"/>
                  </a:lnTo>
                  <a:lnTo>
                    <a:pt x="12902" y="12247"/>
                  </a:lnTo>
                  <a:lnTo>
                    <a:pt x="12357" y="14417"/>
                  </a:lnTo>
                  <a:moveTo>
                    <a:pt x="7191" y="15952"/>
                  </a:moveTo>
                  <a:lnTo>
                    <a:pt x="14512" y="15952"/>
                  </a:lnTo>
                  <a:lnTo>
                    <a:pt x="14512" y="17064"/>
                  </a:lnTo>
                  <a:lnTo>
                    <a:pt x="7191" y="17047"/>
                  </a:lnTo>
                  <a:lnTo>
                    <a:pt x="7191" y="18123"/>
                  </a:lnTo>
                  <a:lnTo>
                    <a:pt x="14512" y="18158"/>
                  </a:lnTo>
                  <a:lnTo>
                    <a:pt x="14538" y="19182"/>
                  </a:lnTo>
                  <a:lnTo>
                    <a:pt x="7217" y="19182"/>
                  </a:lnTo>
                </a:path>
              </a:pathLst>
            </a:custGeom>
            <a:solidFill>
              <a:srgbClr val="FFFFCC"/>
            </a:solidFill>
            <a:ln w="57150">
              <a:solidFill>
                <a:srgbClr val="000000"/>
              </a:solidFill>
              <a:rou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 b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101" name="Picture 3" descr="宁波市民卡-正面（300像素）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EEFEF3"/>
              </a:clrFrom>
              <a:clrTo>
                <a:srgbClr val="EEFEF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536789"/>
            <a:ext cx="12239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矩形 101"/>
          <p:cNvSpPr/>
          <p:nvPr/>
        </p:nvSpPr>
        <p:spPr>
          <a:xfrm>
            <a:off x="6227778" y="5380472"/>
            <a:ext cx="156966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zh-CN" sz="5400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……</a:t>
            </a:r>
            <a:endParaRPr lang="zh-CN" altLang="en-US" sz="540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Java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金融应用规范</a:t>
            </a:r>
            <a:r>
              <a:rPr lang="en-US" altLang="zh-CN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PBOC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环境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智能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卡通信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金融应用规范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PBOC</a:t>
            </a: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030067"/>
            <a:ext cx="8217222" cy="134471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常用行业和应用标准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PBOC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中国金融集成电路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(IC)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规范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84506" y="2161374"/>
            <a:ext cx="628569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0" dirty="0">
                <a:solidFill>
                  <a:schemeClr val="tx1"/>
                </a:solidFill>
              </a:rPr>
              <a:t>《中国金融集成电路（</a:t>
            </a:r>
            <a:r>
              <a:rPr lang="en-US" altLang="zh-CN" b="0" dirty="0">
                <a:solidFill>
                  <a:schemeClr val="tx1"/>
                </a:solidFill>
              </a:rPr>
              <a:t>IC</a:t>
            </a:r>
            <a:r>
              <a:rPr lang="zh-CN" altLang="zh-CN" b="0" dirty="0">
                <a:solidFill>
                  <a:schemeClr val="tx1"/>
                </a:solidFill>
              </a:rPr>
              <a:t>）卡规范》分为</a:t>
            </a:r>
            <a:r>
              <a:rPr lang="en-US" altLang="zh-CN" b="0" dirty="0">
                <a:solidFill>
                  <a:schemeClr val="tx1"/>
                </a:solidFill>
              </a:rPr>
              <a:t>13</a:t>
            </a:r>
            <a:r>
              <a:rPr lang="zh-CN" altLang="zh-CN" b="0" dirty="0">
                <a:solidFill>
                  <a:schemeClr val="tx1"/>
                </a:solidFill>
              </a:rPr>
              <a:t>个部分</a:t>
            </a:r>
            <a:r>
              <a:rPr lang="zh-CN" altLang="zh-CN" b="0" dirty="0" smtClean="0">
                <a:solidFill>
                  <a:schemeClr val="tx1"/>
                </a:solidFill>
              </a:rPr>
              <a:t>：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1 </a:t>
            </a:r>
            <a:r>
              <a:rPr lang="zh-CN" altLang="zh-CN" b="0" dirty="0">
                <a:solidFill>
                  <a:schemeClr val="tx1"/>
                </a:solidFill>
              </a:rPr>
              <a:t>部分：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电子钱包</a:t>
            </a:r>
            <a:r>
              <a:rPr lang="en-US" altLang="zh-CN" b="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电子存折应用卡片规范；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2 </a:t>
            </a:r>
            <a:r>
              <a:rPr lang="zh-CN" altLang="zh-CN" b="0" dirty="0">
                <a:solidFill>
                  <a:schemeClr val="tx1"/>
                </a:solidFill>
              </a:rPr>
              <a:t>部分：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电子钱包</a:t>
            </a:r>
            <a:r>
              <a:rPr lang="en-US" altLang="zh-CN" b="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电子存折应用规范；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3 </a:t>
            </a:r>
            <a:r>
              <a:rPr lang="zh-CN" altLang="zh-CN" b="0" dirty="0">
                <a:solidFill>
                  <a:schemeClr val="tx1"/>
                </a:solidFill>
              </a:rPr>
              <a:t>部分：与应用无关的</a:t>
            </a:r>
            <a:r>
              <a:rPr lang="en-US" altLang="zh-CN" b="0" dirty="0">
                <a:solidFill>
                  <a:schemeClr val="tx1"/>
                </a:solidFill>
              </a:rPr>
              <a:t>IC </a:t>
            </a:r>
            <a:r>
              <a:rPr lang="zh-CN" altLang="zh-CN" b="0" dirty="0">
                <a:solidFill>
                  <a:schemeClr val="tx1"/>
                </a:solidFill>
              </a:rPr>
              <a:t>卡与终端接口规范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4 </a:t>
            </a:r>
            <a:r>
              <a:rPr lang="zh-CN" altLang="zh-CN" b="0" dirty="0">
                <a:solidFill>
                  <a:schemeClr val="tx1"/>
                </a:solidFill>
              </a:rPr>
              <a:t>部分：借记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zh-CN" b="0" dirty="0">
                <a:solidFill>
                  <a:schemeClr val="tx1"/>
                </a:solidFill>
              </a:rPr>
              <a:t>贷记应用规范；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5 </a:t>
            </a:r>
            <a:r>
              <a:rPr lang="zh-CN" altLang="zh-CN" b="0" dirty="0">
                <a:solidFill>
                  <a:schemeClr val="tx1"/>
                </a:solidFill>
              </a:rPr>
              <a:t>部分：借记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zh-CN" b="0" dirty="0">
                <a:solidFill>
                  <a:schemeClr val="tx1"/>
                </a:solidFill>
              </a:rPr>
              <a:t>贷记应用卡片规范；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6 </a:t>
            </a:r>
            <a:r>
              <a:rPr lang="zh-CN" altLang="zh-CN" b="0" dirty="0">
                <a:solidFill>
                  <a:schemeClr val="tx1"/>
                </a:solidFill>
              </a:rPr>
              <a:t>部分：借记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zh-CN" b="0" dirty="0">
                <a:solidFill>
                  <a:schemeClr val="tx1"/>
                </a:solidFill>
              </a:rPr>
              <a:t>贷记应用终端规范；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7 </a:t>
            </a:r>
            <a:r>
              <a:rPr lang="zh-CN" altLang="zh-CN" b="0" dirty="0">
                <a:solidFill>
                  <a:schemeClr val="tx1"/>
                </a:solidFill>
              </a:rPr>
              <a:t>部分：借记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zh-CN" b="0" dirty="0">
                <a:solidFill>
                  <a:schemeClr val="tx1"/>
                </a:solidFill>
              </a:rPr>
              <a:t>贷记应用安全规范；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8 </a:t>
            </a:r>
            <a:r>
              <a:rPr lang="zh-CN" altLang="zh-CN" b="0" dirty="0">
                <a:solidFill>
                  <a:schemeClr val="tx1"/>
                </a:solidFill>
              </a:rPr>
              <a:t>部分：与应用无关的非接触式规范；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9 </a:t>
            </a:r>
            <a:r>
              <a:rPr lang="zh-CN" altLang="zh-CN" b="0" dirty="0">
                <a:solidFill>
                  <a:schemeClr val="tx1"/>
                </a:solidFill>
              </a:rPr>
              <a:t>部分：电子钱包扩展应用指南；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10 </a:t>
            </a:r>
            <a:r>
              <a:rPr lang="zh-CN" altLang="zh-CN" b="0" dirty="0">
                <a:solidFill>
                  <a:schemeClr val="tx1"/>
                </a:solidFill>
              </a:rPr>
              <a:t>部分：借记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zh-CN" b="0" dirty="0">
                <a:solidFill>
                  <a:schemeClr val="tx1"/>
                </a:solidFill>
              </a:rPr>
              <a:t>贷记应用个人化指南；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——第</a:t>
            </a:r>
            <a:r>
              <a:rPr lang="en-US" altLang="zh-CN" b="0" dirty="0">
                <a:solidFill>
                  <a:schemeClr val="tx1"/>
                </a:solidFill>
              </a:rPr>
              <a:t>11 </a:t>
            </a:r>
            <a:r>
              <a:rPr lang="zh-CN" altLang="zh-CN" b="0" dirty="0">
                <a:solidFill>
                  <a:schemeClr val="tx1"/>
                </a:solidFill>
              </a:rPr>
              <a:t>部分：非接触式</a:t>
            </a:r>
            <a:r>
              <a:rPr lang="en-US" altLang="zh-CN" b="0" dirty="0">
                <a:solidFill>
                  <a:schemeClr val="tx1"/>
                </a:solidFill>
              </a:rPr>
              <a:t>IC </a:t>
            </a:r>
            <a:r>
              <a:rPr lang="zh-CN" altLang="zh-CN" b="0" dirty="0">
                <a:solidFill>
                  <a:schemeClr val="tx1"/>
                </a:solidFill>
              </a:rPr>
              <a:t>卡通讯规范；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——第</a:t>
            </a:r>
            <a:r>
              <a:rPr lang="en-US" altLang="zh-CN" b="0" dirty="0">
                <a:solidFill>
                  <a:schemeClr val="tx1"/>
                </a:solidFill>
              </a:rPr>
              <a:t>12 </a:t>
            </a:r>
            <a:r>
              <a:rPr lang="zh-CN" altLang="zh-CN" b="0" dirty="0">
                <a:solidFill>
                  <a:schemeClr val="tx1"/>
                </a:solidFill>
              </a:rPr>
              <a:t>部分：非接触式</a:t>
            </a:r>
            <a:r>
              <a:rPr lang="en-US" altLang="zh-CN" b="0" dirty="0">
                <a:solidFill>
                  <a:schemeClr val="tx1"/>
                </a:solidFill>
              </a:rPr>
              <a:t>IC </a:t>
            </a:r>
            <a:r>
              <a:rPr lang="zh-CN" altLang="zh-CN" b="0" dirty="0">
                <a:solidFill>
                  <a:schemeClr val="tx1"/>
                </a:solidFill>
              </a:rPr>
              <a:t>卡支付规范；</a:t>
            </a:r>
          </a:p>
          <a:p>
            <a:r>
              <a:rPr lang="zh-CN" altLang="zh-CN" b="0" dirty="0">
                <a:solidFill>
                  <a:schemeClr val="tx1"/>
                </a:solidFill>
              </a:rPr>
              <a:t>——第</a:t>
            </a:r>
            <a:r>
              <a:rPr lang="en-US" altLang="zh-CN" b="0" dirty="0">
                <a:solidFill>
                  <a:schemeClr val="tx1"/>
                </a:solidFill>
              </a:rPr>
              <a:t>13 </a:t>
            </a:r>
            <a:r>
              <a:rPr lang="zh-CN" altLang="zh-CN" b="0" dirty="0">
                <a:solidFill>
                  <a:schemeClr val="tx1"/>
                </a:solidFill>
              </a:rPr>
              <a:t>部分：基于借记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zh-CN" b="0" dirty="0">
                <a:solidFill>
                  <a:schemeClr val="tx1"/>
                </a:solidFill>
              </a:rPr>
              <a:t>贷记应用的小额支付规范。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27393" y="260648"/>
            <a:ext cx="7488832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金融应用规范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PBOC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030067"/>
            <a:ext cx="8217222" cy="1344719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常用行业和应用标准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PBOC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中国金融集成电路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(IC)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规范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3250" y="2161540"/>
            <a:ext cx="6816090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0" dirty="0">
                <a:solidFill>
                  <a:schemeClr val="tx1"/>
                </a:solidFill>
              </a:rPr>
              <a:t>《中国金融集成电路（</a:t>
            </a:r>
            <a:r>
              <a:rPr lang="en-US" altLang="zh-CN" b="0" dirty="0">
                <a:solidFill>
                  <a:schemeClr val="tx1"/>
                </a:solidFill>
              </a:rPr>
              <a:t>IC</a:t>
            </a:r>
            <a:r>
              <a:rPr lang="zh-CN" altLang="zh-CN" b="0" dirty="0">
                <a:solidFill>
                  <a:schemeClr val="tx1"/>
                </a:solidFill>
              </a:rPr>
              <a:t>）卡规范》分为</a:t>
            </a:r>
            <a:r>
              <a:rPr lang="en-US" altLang="zh-CN" b="0" dirty="0">
                <a:solidFill>
                  <a:schemeClr val="tx1"/>
                </a:solidFill>
              </a:rPr>
              <a:t>13</a:t>
            </a:r>
            <a:r>
              <a:rPr lang="zh-CN" altLang="zh-CN" b="0" dirty="0">
                <a:solidFill>
                  <a:schemeClr val="tx1"/>
                </a:solidFill>
              </a:rPr>
              <a:t>个部分</a:t>
            </a:r>
            <a:r>
              <a:rPr lang="zh-CN" altLang="zh-CN" b="0" dirty="0" smtClean="0">
                <a:solidFill>
                  <a:schemeClr val="tx1"/>
                </a:solidFill>
              </a:rPr>
              <a:t>：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1 </a:t>
            </a:r>
            <a:r>
              <a:rPr lang="zh-CN" altLang="zh-CN" b="0" dirty="0">
                <a:solidFill>
                  <a:schemeClr val="tx1"/>
                </a:solidFill>
              </a:rPr>
              <a:t>部分：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电子钱包</a:t>
            </a:r>
            <a:r>
              <a:rPr lang="en-US" altLang="zh-CN" b="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电子存折应用卡片规范；</a:t>
            </a:r>
          </a:p>
          <a:p>
            <a:pPr>
              <a:lnSpc>
                <a:spcPct val="150000"/>
              </a:lnSpc>
            </a:pPr>
            <a:r>
              <a:rPr lang="zh-CN" altLang="zh-CN" b="0" dirty="0">
                <a:solidFill>
                  <a:schemeClr val="tx1"/>
                </a:solidFill>
              </a:rPr>
              <a:t>――第</a:t>
            </a:r>
            <a:r>
              <a:rPr lang="en-US" altLang="zh-CN" b="0" dirty="0">
                <a:solidFill>
                  <a:schemeClr val="tx1"/>
                </a:solidFill>
              </a:rPr>
              <a:t>2 </a:t>
            </a:r>
            <a:r>
              <a:rPr lang="zh-CN" altLang="zh-CN" b="0" dirty="0">
                <a:solidFill>
                  <a:schemeClr val="tx1"/>
                </a:solidFill>
              </a:rPr>
              <a:t>部分：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电子钱包</a:t>
            </a:r>
            <a:r>
              <a:rPr lang="en-US" altLang="zh-CN" b="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电子存折应用规范；</a:t>
            </a:r>
          </a:p>
          <a:p>
            <a:pPr>
              <a:lnSpc>
                <a:spcPct val="150000"/>
              </a:lnSpc>
            </a:pPr>
            <a:endParaRPr lang="zh-CN" altLang="zh-CN" b="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chemeClr val="accent1">
                    <a:lumMod val="75000"/>
                  </a:schemeClr>
                </a:solidFill>
              </a:rPr>
              <a:t>这两部分</a:t>
            </a:r>
            <a:r>
              <a:rPr lang="zh-CN" altLang="zh-CN" b="0" dirty="0">
                <a:solidFill>
                  <a:schemeClr val="accent1">
                    <a:lumMod val="75000"/>
                  </a:schemeClr>
                </a:solidFill>
              </a:rPr>
              <a:t>要规定了电子钱包/电子存折应用所涉及的文件、命令、安全需求及交易流程，也描述了磁条卡功能的相关需求，其中：电子存折/电子钱包应用。定义了用于电子存折和电子钱包的文件结构、命令集、交易流程和安全机制等内容。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Java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金融应用规范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PBOC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环境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智能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卡通信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27393" y="207943"/>
            <a:ext cx="7488832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开发环境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的特点：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是使用简化后的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语言来开发，通过调用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 card API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来编写；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每个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有一个唯一的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AID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来标识；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实现的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需要经过转换才能安装到卡片上；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开发环境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228906"/>
            <a:ext cx="8217222" cy="66064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Eclipse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集成开发环境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7227" y="1889549"/>
            <a:ext cx="24801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一款开源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IDE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适用于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开发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支持插件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技术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" name="内容占位符 11"/>
          <p:cNvSpPr txBox="1"/>
          <p:nvPr/>
        </p:nvSpPr>
        <p:spPr bwMode="auto">
          <a:xfrm>
            <a:off x="603250" y="3515440"/>
            <a:ext cx="8217222" cy="6606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b="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JCOP</a:t>
            </a:r>
            <a:r>
              <a:rPr lang="zh-CN" altLang="en-US" b="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仿真运行环境</a:t>
            </a:r>
            <a:endParaRPr lang="en-US" altLang="zh-CN" b="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endParaRPr lang="en-US" altLang="zh-CN" b="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endParaRPr lang="en-US" altLang="zh-CN" b="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zh-CN" b="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endParaRPr lang="en-US" altLang="zh-CN" b="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3588" y="4051399"/>
            <a:ext cx="7906332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Java Card Open Platform 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用于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卡平台的智能操作系统</a:t>
            </a:r>
            <a:endParaRPr lang="en-US" altLang="zh-CN" sz="2400" b="0" dirty="0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Java Card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虚拟机（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JCVM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）：运行标准的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Java Card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应用</a:t>
            </a:r>
            <a:endParaRPr lang="en-US" altLang="zh-CN" sz="2400" b="0" dirty="0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JCOP Tools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：用于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开发的标准工具集</a:t>
            </a:r>
            <a:endParaRPr lang="en-US" altLang="zh-CN" sz="2400" b="0" dirty="0" smtClean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JCOP Shell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JCOP</a:t>
            </a:r>
            <a:r>
              <a:rPr lang="zh-CN" altLang="en-US" sz="2400" b="0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应用管理软件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开发环境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在安装插件时注意：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语言的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Eclipse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和安卓的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Eclipse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均可以安装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JCOP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安装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时一定要按照教程一步步来；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89305" lvl="1" indent="-51435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注意安装的最后一步是要激活。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0846" y="2204864"/>
            <a:ext cx="5077397" cy="3762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开发环境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建立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 card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工程，然后新建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 card 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文件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9950" y="4465320"/>
            <a:ext cx="3672205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按照规范，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Package AID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与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Applet AID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的前五字节必须是一样的，后面再加一个字节</a:t>
            </a: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987824" y="4833156"/>
            <a:ext cx="1620180" cy="540060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015716" y="4293096"/>
            <a:ext cx="9721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3124599" y="3611182"/>
            <a:ext cx="1620180" cy="540060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44778" y="3411127"/>
            <a:ext cx="2923565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EE0000"/>
                </a:solidFill>
              </a:rPr>
              <a:t>任意，</a:t>
            </a:r>
            <a:r>
              <a:rPr lang="en-US" altLang="zh-CN" dirty="0" smtClean="0">
                <a:solidFill>
                  <a:srgbClr val="EE0000"/>
                </a:solidFill>
              </a:rPr>
              <a:t>5</a:t>
            </a:r>
            <a:r>
              <a:rPr lang="zh-CN" altLang="en-US" dirty="0" smtClean="0">
                <a:solidFill>
                  <a:srgbClr val="EE0000"/>
                </a:solidFill>
              </a:rPr>
              <a:t>个字节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Java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金融应用规范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PBOC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环境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智能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卡通信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卡运行时环境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(JCRE)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调用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的五个基本方法来完成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的建立和执行。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安装  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install()</a:t>
            </a: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注册           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register()</a:t>
            </a: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选择           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select()</a:t>
            </a: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执行           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process()</a:t>
            </a:r>
          </a:p>
          <a:p>
            <a:pPr marL="77660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取消选择    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deselect()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卡运行时环境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(JCRE)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调用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的五个基本方法来完成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的建立和执行。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3548" y="3248980"/>
            <a:ext cx="1116124" cy="198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终端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959932" y="3248980"/>
            <a:ext cx="1116124" cy="198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JCRE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380312" y="3248980"/>
            <a:ext cx="1116124" cy="1980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Applet</a:t>
            </a:r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1763688" y="3609020"/>
            <a:ext cx="194421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1799692" y="4239090"/>
            <a:ext cx="1908212" cy="2313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763688" y="5085184"/>
            <a:ext cx="200043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43708" y="317290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select</a:t>
            </a:r>
            <a:r>
              <a:rPr lang="zh-CN" altLang="en-US" b="0" dirty="0">
                <a:solidFill>
                  <a:schemeClr val="tx1"/>
                </a:solidFill>
              </a:rPr>
              <a:t> </a:t>
            </a:r>
            <a:r>
              <a:rPr lang="zh-CN" altLang="en-US" b="0" dirty="0" smtClean="0">
                <a:solidFill>
                  <a:schemeClr val="tx1"/>
                </a:solidFill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</a:rPr>
              <a:t>AID1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23728" y="3862118"/>
            <a:ext cx="1404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solidFill>
                  <a:schemeClr val="tx1"/>
                </a:solidFill>
              </a:rPr>
              <a:t>其他</a:t>
            </a:r>
            <a:r>
              <a:rPr lang="zh-CN" altLang="en-US" b="0" dirty="0" smtClean="0">
                <a:solidFill>
                  <a:schemeClr val="tx1"/>
                </a:solidFill>
              </a:rPr>
              <a:t>命令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71700" y="4649070"/>
            <a:ext cx="2196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  select</a:t>
            </a:r>
            <a:r>
              <a:rPr lang="zh-CN" altLang="en-US" b="0" dirty="0" smtClean="0">
                <a:solidFill>
                  <a:schemeClr val="tx1"/>
                </a:solidFill>
              </a:rPr>
              <a:t>  </a:t>
            </a:r>
            <a:r>
              <a:rPr lang="en-US" altLang="zh-CN" b="0" dirty="0" smtClean="0">
                <a:solidFill>
                  <a:schemeClr val="tx1"/>
                </a:solidFill>
              </a:rPr>
              <a:t>AID2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5235860" y="3761420"/>
            <a:ext cx="194421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5271864" y="4391490"/>
            <a:ext cx="1908212" cy="2313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235860" y="5237584"/>
            <a:ext cx="2000436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15880" y="332530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select()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2100" y="4014518"/>
            <a:ext cx="1404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chemeClr val="tx1"/>
                </a:solidFill>
              </a:rPr>
              <a:t>p</a:t>
            </a:r>
            <a:r>
              <a:rPr lang="en-US" altLang="zh-CN" b="0" dirty="0" smtClean="0">
                <a:solidFill>
                  <a:schemeClr val="tx1"/>
                </a:solidFill>
              </a:rPr>
              <a:t>rocess()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41894" y="4793086"/>
            <a:ext cx="1404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 smtClean="0">
                <a:solidFill>
                  <a:schemeClr val="tx1"/>
                </a:solidFill>
              </a:rPr>
              <a:t>deselect()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63588" y="260648"/>
            <a:ext cx="7488832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  <a:endParaRPr lang="en-US" altLang="zh-CN" sz="4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69664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Java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卡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内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生命周期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1540" y="1860403"/>
            <a:ext cx="6224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卡可以安装多个</a:t>
            </a:r>
            <a:r>
              <a:rPr lang="en-US" altLang="zh-CN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，通过</a:t>
            </a:r>
            <a:r>
              <a:rPr lang="en-US" altLang="zh-CN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AID</a:t>
            </a:r>
            <a:r>
              <a:rPr lang="zh-CN" altLang="en-US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标识</a:t>
            </a:r>
            <a:endParaRPr lang="en-US" altLang="zh-CN" sz="2400" b="0" dirty="0" smtClean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JCRE</a:t>
            </a:r>
            <a:r>
              <a:rPr lang="zh-CN" altLang="en-US" sz="2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是一个单线程环境</a:t>
            </a:r>
            <a:endParaRPr lang="zh-CN" altLang="en-US" sz="2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513" y="3007436"/>
            <a:ext cx="6984775" cy="32028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Java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金融应用规范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PBOC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环境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rgbClr val="EE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solidFill>
                  <a:srgbClr val="EE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智能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卡通信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318457" y="260647"/>
            <a:ext cx="468052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863588" y="1202378"/>
            <a:ext cx="7433337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智能卡通信模型：主从结构模型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读写器主动向智能卡发出</a:t>
            </a:r>
            <a:r>
              <a:rPr lang="en-US" altLang="zh-CN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（应用协议数据单元 </a:t>
            </a:r>
            <a:r>
              <a:rPr lang="en-US" altLang="zh-CN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application protocol data units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）命令</a:t>
            </a:r>
            <a:r>
              <a:rPr lang="en-US" altLang="zh-CN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,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智能卡收到</a:t>
            </a:r>
            <a:r>
              <a:rPr lang="en-US" altLang="zh-CN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命令后，执行此命令所规定的指令，然后再向读写器回送一个相应的</a:t>
            </a:r>
            <a:r>
              <a:rPr lang="en-US" altLang="zh-CN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2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响应。</a:t>
            </a:r>
            <a:endParaRPr lang="en-US" altLang="zh-CN" sz="22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88840"/>
            <a:ext cx="5934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069721" y="260648"/>
            <a:ext cx="489654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</a:p>
        </p:txBody>
      </p:sp>
      <p:sp>
        <p:nvSpPr>
          <p:cNvPr id="7" name="内容占位符 4"/>
          <p:cNvSpPr>
            <a:spLocks noGrp="1"/>
          </p:cNvSpPr>
          <p:nvPr>
            <p:ph sz="quarter" idx="1"/>
          </p:nvPr>
        </p:nvSpPr>
        <p:spPr>
          <a:xfrm>
            <a:off x="611560" y="1124744"/>
            <a:ext cx="7920880" cy="50135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－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命令，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command APDU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）结构：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CLA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：指令的类                                    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INS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：指令编码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P1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P2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：参数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和参数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2                        LC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：数据段的长度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 data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：发送的数据                                  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LE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：所期待的响应字节数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例子：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select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命令的结构是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5686" y="1741131"/>
            <a:ext cx="7484614" cy="701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878413" y="4869160"/>
          <a:ext cx="5076564" cy="1116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4512"/>
                <a:gridCol w="696597"/>
                <a:gridCol w="655190"/>
                <a:gridCol w="634512"/>
                <a:gridCol w="855212"/>
                <a:gridCol w="827624"/>
                <a:gridCol w="772917"/>
              </a:tblGrid>
              <a:tr h="5580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CLA</a:t>
                      </a:r>
                      <a:endParaRPr 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INS</a:t>
                      </a:r>
                      <a:endParaRPr 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P1</a:t>
                      </a:r>
                      <a:endParaRPr 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P2</a:t>
                      </a:r>
                      <a:endParaRPr 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LC</a:t>
                      </a:r>
                      <a:endParaRPr 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Data</a:t>
                      </a:r>
                      <a:endParaRPr lang="en-US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LE</a:t>
                      </a:r>
                      <a:endParaRPr lang="en-US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</a:tr>
              <a:tr h="5580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solidFill>
                            <a:srgbClr val="FF0000"/>
                          </a:solidFill>
                          <a:effectLst/>
                        </a:rPr>
                        <a:t>00</a:t>
                      </a:r>
                      <a:endParaRPr lang="zh-CN" altLang="en-US" sz="1800" kern="10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</a:rPr>
                        <a:t>A4</a:t>
                      </a:r>
                      <a:endParaRPr lang="en-US" sz="1800" kern="10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04</a:t>
                      </a:r>
                      <a:endParaRPr lang="zh-CN" altLang="en-US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kern="100" dirty="0" smtClean="0">
                          <a:solidFill>
                            <a:srgbClr val="FF0000"/>
                          </a:solidFill>
                          <a:effectLst/>
                        </a:rPr>
                        <a:t>00</a:t>
                      </a:r>
                      <a:endParaRPr lang="zh-CN" altLang="en-US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05 - 10</a:t>
                      </a:r>
                      <a:endParaRPr lang="zh-CN" altLang="en-US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kern="100" dirty="0" smtClean="0">
                          <a:solidFill>
                            <a:srgbClr val="FF0000"/>
                          </a:solidFill>
                          <a:effectLst/>
                        </a:rPr>
                        <a:t>AID</a:t>
                      </a:r>
                      <a:endParaRPr lang="zh-CN" altLang="en-US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</a:rPr>
                        <a:t>00</a:t>
                      </a:r>
                      <a:endParaRPr lang="zh-CN" altLang="en-US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7" marR="68577" marT="45716" marB="45716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069721" y="260648"/>
            <a:ext cx="489654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</a:p>
        </p:txBody>
      </p:sp>
      <p:sp>
        <p:nvSpPr>
          <p:cNvPr id="7" name="内容占位符 4"/>
          <p:cNvSpPr>
            <a:spLocks noGrp="1"/>
          </p:cNvSpPr>
          <p:nvPr>
            <p:ph sz="quarter" idx="1"/>
          </p:nvPr>
        </p:nvSpPr>
        <p:spPr>
          <a:xfrm>
            <a:off x="611560" y="1124744"/>
            <a:ext cx="7920880" cy="50135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－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响应，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response APDU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）结构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数据段：表示卡片返回的数据，其长度由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－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LE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所决定；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74955" lvl="1" indent="0">
              <a:lnSpc>
                <a:spcPct val="150000"/>
              </a:lnSpc>
              <a:buNone/>
            </a:pP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SW1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SW2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：状态字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和状态字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，标志着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－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的执行情况，分别占一个字节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当返回的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SW1,SW2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是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“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90 00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”时，意味着正常完成指令的处理，否则是出现了异常情况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1631" y="1844824"/>
            <a:ext cx="7301611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069721" y="260648"/>
            <a:ext cx="4896544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</a:p>
        </p:txBody>
      </p:sp>
      <p:sp>
        <p:nvSpPr>
          <p:cNvPr id="7" name="内容占位符 4"/>
          <p:cNvSpPr>
            <a:spLocks noGrp="1"/>
          </p:cNvSpPr>
          <p:nvPr>
            <p:ph sz="quarter" idx="1"/>
          </p:nvPr>
        </p:nvSpPr>
        <p:spPr>
          <a:xfrm>
            <a:off x="287524" y="1124744"/>
            <a:ext cx="8964996" cy="543660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有四种情况：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76605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终端不向卡片发送数据，卡片也不需要返回数据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命令：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CLA  INS P1 P2         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响应：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SW1 SW2</a:t>
            </a:r>
          </a:p>
          <a:p>
            <a:pPr marL="776605" lvl="1" indent="-457200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终端不向卡片发送数据，但卡片需要返回数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据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命令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：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CLA  INS P1 P2 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LE       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响应：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DATA SW1 SW2</a:t>
            </a:r>
          </a:p>
          <a:p>
            <a:pPr marL="776605" lvl="1" indent="-4572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终端向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卡片发送数据，但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卡片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不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需要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返回数据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命令：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CLA  INS P1 P2 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LC DATA     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响应：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SW1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SW2</a:t>
            </a:r>
          </a:p>
          <a:p>
            <a:pPr marL="776605" lvl="1" indent="-457200">
              <a:lnSpc>
                <a:spcPct val="150000"/>
              </a:lnSpc>
              <a:buFont typeface="+mj-ea"/>
              <a:buAutoNum type="circleNumDbPlain" startAt="4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终端向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卡片发送数据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，且卡片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需要返回数据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19405" lvl="1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命令：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CLA  INS P1 P2  LC DATA 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响应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DATA SW1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SW2</a:t>
            </a:r>
          </a:p>
          <a:p>
            <a:pPr marL="319405" lvl="1" indent="0">
              <a:lnSpc>
                <a:spcPct val="150000"/>
              </a:lnSpc>
              <a:buNone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593725" lvl="2" indent="0">
              <a:lnSpc>
                <a:spcPct val="15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5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7929190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Java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智能卡介绍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金融应用规范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PBOC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Applet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开发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环境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基本方法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Applet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通信基础</a:t>
            </a:r>
            <a:endParaRPr lang="en-US" altLang="zh-CN" sz="3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200" dirty="0" smtClean="0">
                <a:solidFill>
                  <a:srgbClr val="EE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</a:t>
            </a:r>
            <a:r>
              <a:rPr lang="zh-CN" altLang="en-US" sz="3200" dirty="0">
                <a:solidFill>
                  <a:srgbClr val="EE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卡通信</a:t>
            </a:r>
            <a:r>
              <a:rPr lang="en-US" altLang="zh-CN" sz="3200" dirty="0">
                <a:solidFill>
                  <a:srgbClr val="EE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dirty="0" smtClean="0">
              <a:solidFill>
                <a:srgbClr val="EE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87824" y="260648"/>
            <a:ext cx="306034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71800" y="232047"/>
            <a:ext cx="4104456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智能卡通信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类定义主要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方法</a:t>
            </a:r>
            <a:endParaRPr lang="en-US" altLang="zh-CN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Byte[]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getBuffer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()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：取得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对象的通信缓冲区数组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Short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setIncomingAndReceive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基本接收命令，设置通信传输模式为终端到卡片，并在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缓冲区数组范围内，接收尽量多的数据并存储到数组中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public short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receiveBytes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(short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bOff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在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缓冲区数组范围内，接收尽量多的数据并存储到数组指定偏移量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bOff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处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public void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setOutgoingAndSend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(short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bOff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, short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len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：设置通信传输模式为卡片到终端，设置响应数据长度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len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及发送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缓冲区中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bOff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偏移量处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楷体" panose="02010609060101010101" pitchFamily="49" charset="-122"/>
              </a:rPr>
              <a:t>len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长度。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71800" y="232047"/>
            <a:ext cx="4104456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智能卡通信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类工作流程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１、获取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缓冲区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18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18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、接收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命令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数据段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74295" y="2492896"/>
            <a:ext cx="4716524" cy="990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15716" y="4725143"/>
            <a:ext cx="5871583" cy="504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71800" y="232047"/>
            <a:ext cx="4104456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智能卡通信</a:t>
            </a:r>
            <a:r>
              <a:rPr lang="en-US" altLang="zh-CN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API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dirty="0"/>
              <a:t>APDU</a:t>
            </a:r>
            <a:r>
              <a:rPr lang="zh-CN" altLang="en-US" dirty="0"/>
              <a:t>类工作流程</a:t>
            </a: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 smtClean="0"/>
              <a:t>3</a:t>
            </a:r>
            <a:r>
              <a:rPr lang="zh-CN" altLang="en-US" sz="2000" dirty="0" smtClean="0"/>
              <a:t>、处理</a:t>
            </a:r>
            <a:r>
              <a:rPr lang="en-US" altLang="zh-CN" sz="2000" dirty="0" smtClean="0"/>
              <a:t>APDU</a:t>
            </a:r>
            <a:r>
              <a:rPr lang="zh-CN" altLang="en-US" sz="2000" dirty="0" smtClean="0"/>
              <a:t>命令</a:t>
            </a: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 smtClean="0"/>
              <a:t>4</a:t>
            </a:r>
            <a:r>
              <a:rPr lang="zh-CN" altLang="en-US" sz="2000" dirty="0" smtClean="0"/>
              <a:t>、返回应答数据</a:t>
            </a: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dirty="0"/>
              <a:t>　</a:t>
            </a:r>
            <a:r>
              <a:rPr lang="zh-CN" altLang="en-US" sz="1800" dirty="0" smtClean="0"/>
              <a:t>　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0985" y="5193196"/>
            <a:ext cx="7713463" cy="75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8175" y="2564904"/>
            <a:ext cx="7608484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71800" y="232047"/>
            <a:ext cx="4104456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课堂练习</a:t>
            </a:r>
            <a:endParaRPr lang="zh-CN" altLang="en-US" sz="4400" b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6"/>
            <a:ext cx="8217222" cy="533014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利用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APDU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通信的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API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，实现：终端发送带有数据段的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CAPDU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给卡片，卡片返回其数据段的内容。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需要发送的指令包括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</a:p>
          <a:p>
            <a:pPr marL="73215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选择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Applet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对应的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AID</a:t>
            </a:r>
          </a:p>
          <a:p>
            <a:pPr marL="732155" lvl="1" indent="-457200">
              <a:lnSpc>
                <a:spcPct val="150000"/>
              </a:lnSpc>
              <a:spcBef>
                <a:spcPct val="0"/>
              </a:spcBef>
              <a:buFont typeface="+mj-ea"/>
              <a:buAutoNum type="circleNumDbPlain"/>
            </a:pP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发送指令，返回“数据</a:t>
            </a:r>
            <a:r>
              <a:rPr lang="en-US" altLang="zh-CN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+9000</a:t>
            </a:r>
            <a:r>
              <a:rPr lang="zh-CN" altLang="en-US" sz="2000" dirty="0" smtClean="0">
                <a:latin typeface="Times New Roman" panose="02020603050405020304" pitchFamily="18" charset="0"/>
                <a:ea typeface="楷体" panose="02010609060101010101" pitchFamily="49" charset="-122"/>
              </a:rPr>
              <a:t>”</a:t>
            </a:r>
            <a:endParaRPr lang="en-US" altLang="zh-CN" sz="2000" dirty="0" smtClean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dirty="0"/>
              <a:t>　</a:t>
            </a:r>
            <a:r>
              <a:rPr lang="zh-CN" altLang="en-US" sz="1800" dirty="0" smtClean="0"/>
              <a:t>　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0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9324" y="4077072"/>
            <a:ext cx="6084676" cy="1073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9324" y="5409219"/>
            <a:ext cx="4606812" cy="1069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35796" y="260648"/>
            <a:ext cx="3564396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其他</a:t>
            </a: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参考资料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《Java</a:t>
            </a: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智能卡原理与应用开发</a:t>
            </a:r>
            <a:r>
              <a:rPr lang="en-US" altLang="zh-CN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》(</a:t>
            </a: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张大伟</a:t>
            </a:r>
            <a:r>
              <a:rPr lang="en-US" altLang="zh-CN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	 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EA56D1-363B-473F-9ABD-CFE4823C8D9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735796" y="260648"/>
            <a:ext cx="3564396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4400" b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其他</a:t>
            </a:r>
          </a:p>
        </p:txBody>
      </p:sp>
      <p:sp>
        <p:nvSpPr>
          <p:cNvPr id="7" name="内容占位符 11"/>
          <p:cNvSpPr>
            <a:spLocks noGrp="1"/>
          </p:cNvSpPr>
          <p:nvPr>
            <p:ph sz="quarter" idx="1"/>
          </p:nvPr>
        </p:nvSpPr>
        <p:spPr>
          <a:xfrm>
            <a:off x="603250" y="1148177"/>
            <a:ext cx="8217222" cy="50621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组队表提交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按照给定的模板填写，不用交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txt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之类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提交时命名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：上课时段（周一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12-15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组长学号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组长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姓名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周日晚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23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点前提交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 </a:t>
            </a:r>
            <a:endParaRPr lang="en-US" altLang="zh-CN" sz="24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900608" y="0"/>
            <a:ext cx="10844055" cy="6861175"/>
          </a:xfrm>
          <a:prstGeom prst="rect">
            <a:avLst/>
          </a:prstGeom>
        </p:spPr>
      </p:pic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172200" y="6191250"/>
            <a:ext cx="2476500" cy="476250"/>
          </a:xfrm>
          <a:prstGeom prst="rect">
            <a:avLst/>
          </a:prstGeom>
          <a:noFill/>
          <a:ln>
            <a:miter lim="800000"/>
          </a:ln>
        </p:spPr>
        <p:txBody>
          <a:bodyPr wrap="square" lIns="91440" tIns="45720" rIns="91440" bIns="45720" anchorCtr="0"/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C8E3AA71-A26B-4DEC-97FE-63A87B34C4D4}" type="slidenum">
              <a:rPr lang="en-US" altLang="zh-CN" sz="1400">
                <a:solidFill>
                  <a:schemeClr val="tx2"/>
                </a:solidFill>
              </a:rPr>
              <a:pPr algn="r" eaLnBrk="1" hangingPunct="1"/>
              <a:t>34</a:t>
            </a:fld>
            <a:endParaRPr lang="en-US" altLang="zh-CN" sz="1400">
              <a:solidFill>
                <a:schemeClr val="tx2"/>
              </a:solidFill>
            </a:endParaRP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358080" y="173509"/>
            <a:ext cx="8534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4000" dirty="0">
                <a:solidFill>
                  <a:schemeClr val="accent1"/>
                </a:solidFill>
                <a:ea typeface="隶书" panose="02010509060101010101" pitchFamily="49" charset="-122"/>
              </a:rPr>
              <a:t>迷人风景只有站在一定高度才能领略，望诸君努力，谢谢！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9999FF"/>
            </a:gs>
            <a:gs pos="50000">
              <a:srgbClr val="333399"/>
            </a:gs>
            <a:gs pos="100000">
              <a:srgbClr val="9999FF"/>
            </a:gs>
          </a:gsLst>
          <a:lin ang="189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1760</Words>
  <Application>WPS 演示</Application>
  <PresentationFormat>全屏显示(4:3)</PresentationFormat>
  <Paragraphs>307</Paragraphs>
  <Slides>35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37" baseType="lpstr">
      <vt:lpstr>自定义设计方案</vt:lpstr>
      <vt:lpstr>平衡</vt:lpstr>
      <vt:lpstr>Java智能卡之概述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</vt:vector>
  </TitlesOfParts>
  <Company>中山大学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信息服务的RFID理论与技术研究</dc:title>
  <dc:creator>wimagine</dc:creator>
  <cp:lastModifiedBy>ASUS</cp:lastModifiedBy>
  <cp:revision>2774</cp:revision>
  <dcterms:created xsi:type="dcterms:W3CDTF">2005-10-18T02:59:00Z</dcterms:created>
  <dcterms:modified xsi:type="dcterms:W3CDTF">2017-03-07T14:36:36Z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</Properties>
</file>